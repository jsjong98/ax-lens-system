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>
  <p:sldMasterIdLst>
    <p:sldMasterId id="2147483708" r:id="rId4"/>
  </p:sldMasterIdLst>
  <p:notesMasterIdLst>
    <p:notesMasterId r:id="rId10"/>
  </p:notesMasterIdLst>
  <p:handoutMasterIdLst>
    <p:handoutMasterId r:id="rId11"/>
  </p:handoutMasterIdLst>
  <p:sldIdLst>
    <p:sldId id="2142532795" r:id="rId5"/>
    <p:sldId id="2147481835" r:id="rId6"/>
    <p:sldId id="2147481836" r:id="rId7"/>
    <p:sldId id="2147481841" r:id="rId8"/>
    <p:sldId id="273" r:id="rId9"/>
  </p:sldIdLst>
  <p:sldSz cx="12192000" cy="6858000"/>
  <p:notesSz cx="6797675" cy="9926638"/>
  <p:custDataLst>
    <p:tags r:id="rId1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D665BD7F-7FE6-4833-B084-4798BEA5FB1E}">
          <p14:sldIdLst>
            <p14:sldId id="2142532795"/>
          </p14:sldIdLst>
        </p14:section>
        <p14:section name="▼▼ Template ▼▼" id="{61B172BF-2F22-410E-B571-60AAA47E8368}">
          <p14:sldIdLst/>
        </p14:section>
        <p14:section name="1. 과제 개요" id="{D495D967-A350-4FC2-80FC-7EBBE777B9ED}">
          <p14:sldIdLst>
            <p14:sldId id="2147481835"/>
          </p14:sldIdLst>
        </p14:section>
        <p14:section name="2. AI 설계 및 서비스 흐름" id="{40801831-76F3-4BCE-809C-DEC0987DB8A7}">
          <p14:sldIdLst>
            <p14:sldId id="2147481836"/>
          </p14:sldIdLst>
        </p14:section>
        <p14:section name="※ 별첨. Agent 정의서" id="{86D5FFEF-0DE1-4E4A-8EC2-95E6D1610EA7}">
          <p14:sldIdLst>
            <p14:sldId id="2147481841"/>
          </p14:sldIdLst>
        </p14:section>
        <p14:section name="▼▼ illustrative ▼▼" id="{184F0B74-64A5-4403-B51E-8D41BE858F74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pos="4498" userDrawn="1">
          <p15:clr>
            <a:srgbClr val="A4A3A4"/>
          </p15:clr>
        </p15:guide>
        <p15:guide id="2" orient="horz" pos="2591" userDrawn="1">
          <p15:clr>
            <a:srgbClr val="A4A3A4"/>
          </p15:clr>
        </p15:guide>
        <p15:guide id="3" pos="311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umchul Kim" initials="BK" lastIdx="2" clrIdx="0">
    <p:extLst>
      <p:ext uri="{19B8F6BF-5375-455C-9EA6-DF929625EA0E}">
        <p15:presenceInfo xmlns:p15="http://schemas.microsoft.com/office/powerpoint/2012/main" userId="S::bumchul.kim@pwc.com::ce3a75d1-5983-4fc7-86b7-1d365c88a879" providerId="AD"/>
      </p:ext>
    </p:extLst>
  </p:cmAuthor>
  <p:cmAuthor id="2" name="Kyucheol Kim" initials="KK" lastIdx="9" clrIdx="1">
    <p:extLst>
      <p:ext uri="{19B8F6BF-5375-455C-9EA6-DF929625EA0E}">
        <p15:presenceInfo xmlns:p15="http://schemas.microsoft.com/office/powerpoint/2012/main" userId="S::kyucheol.kim@pwc.com::099bee16-8419-4956-8b69-237803809cff" providerId="AD"/>
      </p:ext>
    </p:extLst>
  </p:cmAuthor>
  <p:cmAuthor id="3" name="정창우" initials="CJ" lastIdx="1" clrIdx="2">
    <p:extLst>
      <p:ext uri="{19B8F6BF-5375-455C-9EA6-DF929625EA0E}">
        <p15:presenceInfo xmlns:p15="http://schemas.microsoft.com/office/powerpoint/2012/main" userId="정창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B48E04"/>
    <a:srgbClr val="AC3636"/>
    <a:srgbClr val="CBD5E1"/>
    <a:srgbClr val="FEF8F8"/>
    <a:srgbClr val="F5C7CE"/>
    <a:srgbClr val="A32020"/>
    <a:srgbClr val="FEFBF4"/>
    <a:srgbClr val="FDF8E9"/>
    <a:srgbClr val="FC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FEEB7B-0B5C-40F9-9CBE-417B78D30731}" v="8" dt="2026-03-23T04:39:12.821"/>
  </p1510:revLst>
</p1510:revInfo>
</file>

<file path=ppt/tableStyles.xml><?xml version="1.0" encoding="utf-8"?>
<a:tblStyleLst xmlns:a="http://schemas.openxmlformats.org/drawingml/2006/main" def="{22677261-6A8E-475E-B872-9AC8D37CD559}">
  <a:tblStyle styleId="{22677261-6A8E-475E-B872-9AC8D37CD55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rgbClr val="FFFFFF">
              <a:alpha val="0"/>
            </a:srgbClr>
          </a:solidFill>
        </a:fill>
      </a:tcStyle>
    </a:band1H>
    <a:band2H>
      <a:tcTxStyle/>
      <a:tcStyle>
        <a:tcBdr/>
        <a:fill>
          <a:solidFill>
            <a:srgbClr val="DEDEDE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 b="on" i="off">
        <a:font>
          <a:latin typeface="Arial"/>
          <a:ea typeface="Arial"/>
          <a:cs typeface="Arial"/>
        </a:font>
        <a:schemeClr val="dk1"/>
      </a:tcTxStyle>
      <a:tcStyle>
        <a:tcBdr>
          <a:top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dk1"/>
      </a:tcTxStyle>
      <a:tcStyle>
        <a:tcBdr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36" y="40"/>
      </p:cViewPr>
      <p:guideLst>
        <p:guide pos="4498"/>
        <p:guide orient="horz" pos="2591"/>
        <p:guide pos="31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dong Kim (KR - ADVS)" userId="af81c099-1ef8-4f73-af3a-a3b262746f9d" providerId="ADAL" clId="{A20C7B2F-7B6E-4F86-A108-79EF0BDAE4A1}"/>
    <pc:docChg chg="undo custSel addSld delSld modSld sldOrd addSection modSection">
      <pc:chgData name="Jidong Kim (KR - ADVS)" userId="af81c099-1ef8-4f73-af3a-a3b262746f9d" providerId="ADAL" clId="{A20C7B2F-7B6E-4F86-A108-79EF0BDAE4A1}" dt="2026-03-12T08:28:30.165" v="1550" actId="1036"/>
      <pc:docMkLst>
        <pc:docMk/>
      </pc:docMkLst>
      <pc:sldChg chg="addSp delSp modSp mod">
        <pc:chgData name="Jidong Kim (KR - ADVS)" userId="af81c099-1ef8-4f73-af3a-a3b262746f9d" providerId="ADAL" clId="{A20C7B2F-7B6E-4F86-A108-79EF0BDAE4A1}" dt="2026-03-06T06:02:18.008" v="125" actId="20577"/>
        <pc:sldMkLst>
          <pc:docMk/>
          <pc:sldMk cId="709355634" sldId="2147481836"/>
        </pc:sldMkLst>
        <pc:spChg chg="mod">
          <ac:chgData name="Jidong Kim (KR - ADVS)" userId="af81c099-1ef8-4f73-af3a-a3b262746f9d" providerId="ADAL" clId="{A20C7B2F-7B6E-4F86-A108-79EF0BDAE4A1}" dt="2026-03-06T05:57:31.823" v="4" actId="1076"/>
          <ac:spMkLst>
            <pc:docMk/>
            <pc:sldMk cId="709355634" sldId="2147481836"/>
            <ac:spMk id="4" creationId="{68A814FE-9425-3449-9138-737AEF045E17}"/>
          </ac:spMkLst>
        </pc:spChg>
        <pc:spChg chg="mod">
          <ac:chgData name="Jidong Kim (KR - ADVS)" userId="af81c099-1ef8-4f73-af3a-a3b262746f9d" providerId="ADAL" clId="{A20C7B2F-7B6E-4F86-A108-79EF0BDAE4A1}" dt="2026-03-06T05:57:17.003" v="2" actId="14100"/>
          <ac:spMkLst>
            <pc:docMk/>
            <pc:sldMk cId="709355634" sldId="2147481836"/>
            <ac:spMk id="22" creationId="{B19E0D92-19C9-ABF7-0023-A616C4992991}"/>
          </ac:spMkLst>
        </pc:spChg>
        <pc:spChg chg="mod">
          <ac:chgData name="Jidong Kim (KR - ADVS)" userId="af81c099-1ef8-4f73-af3a-a3b262746f9d" providerId="ADAL" clId="{A20C7B2F-7B6E-4F86-A108-79EF0BDAE4A1}" dt="2026-03-06T05:57:10.170" v="1" actId="14100"/>
          <ac:spMkLst>
            <pc:docMk/>
            <pc:sldMk cId="709355634" sldId="2147481836"/>
            <ac:spMk id="28" creationId="{07E05B1B-F150-D54B-482C-097422846C88}"/>
          </ac:spMkLst>
        </pc:spChg>
        <pc:spChg chg="add mod">
          <ac:chgData name="Jidong Kim (KR - ADVS)" userId="af81c099-1ef8-4f73-af3a-a3b262746f9d" providerId="ADAL" clId="{A20C7B2F-7B6E-4F86-A108-79EF0BDAE4A1}" dt="2026-03-06T06:02:09.032" v="118" actId="1035"/>
          <ac:spMkLst>
            <pc:docMk/>
            <pc:sldMk cId="709355634" sldId="2147481836"/>
            <ac:spMk id="34" creationId="{43756C5D-B2D9-6B55-17CF-CBFF117DD497}"/>
          </ac:spMkLst>
        </pc:spChg>
        <pc:spChg chg="mod">
          <ac:chgData name="Jidong Kim (KR - ADVS)" userId="af81c099-1ef8-4f73-af3a-a3b262746f9d" providerId="ADAL" clId="{A20C7B2F-7B6E-4F86-A108-79EF0BDAE4A1}" dt="2026-03-06T06:01:46.437" v="87" actId="14100"/>
          <ac:spMkLst>
            <pc:docMk/>
            <pc:sldMk cId="709355634" sldId="2147481836"/>
            <ac:spMk id="35" creationId="{B325CC1E-63DB-31A8-90D5-F1C7CA48FA7E}"/>
          </ac:spMkLst>
        </pc:spChg>
        <pc:spChg chg="mod">
          <ac:chgData name="Jidong Kim (KR - ADVS)" userId="af81c099-1ef8-4f73-af3a-a3b262746f9d" providerId="ADAL" clId="{A20C7B2F-7B6E-4F86-A108-79EF0BDAE4A1}" dt="2026-03-06T06:01:46.437" v="87" actId="14100"/>
          <ac:spMkLst>
            <pc:docMk/>
            <pc:sldMk cId="709355634" sldId="2147481836"/>
            <ac:spMk id="36" creationId="{72A8A181-9334-6062-599F-BFB8E5EE72E1}"/>
          </ac:spMkLst>
        </pc:spChg>
        <pc:spChg chg="mod">
          <ac:chgData name="Jidong Kim (KR - ADVS)" userId="af81c099-1ef8-4f73-af3a-a3b262746f9d" providerId="ADAL" clId="{A20C7B2F-7B6E-4F86-A108-79EF0BDAE4A1}" dt="2026-03-06T06:01:46.437" v="87" actId="14100"/>
          <ac:spMkLst>
            <pc:docMk/>
            <pc:sldMk cId="709355634" sldId="2147481836"/>
            <ac:spMk id="37" creationId="{6CEE0D83-7055-A4A9-F5DF-36DA9E2B2AF0}"/>
          </ac:spMkLst>
        </pc:spChg>
        <pc:spChg chg="add mod">
          <ac:chgData name="Jidong Kim (KR - ADVS)" userId="af81c099-1ef8-4f73-af3a-a3b262746f9d" providerId="ADAL" clId="{A20C7B2F-7B6E-4F86-A108-79EF0BDAE4A1}" dt="2026-03-06T06:02:18.008" v="125" actId="20577"/>
          <ac:spMkLst>
            <pc:docMk/>
            <pc:sldMk cId="709355634" sldId="2147481836"/>
            <ac:spMk id="38" creationId="{CD1D3118-1B0D-2796-D4AF-3276C0E3CC9B}"/>
          </ac:spMkLst>
        </pc:spChg>
        <pc:spChg chg="mod">
          <ac:chgData name="Jidong Kim (KR - ADVS)" userId="af81c099-1ef8-4f73-af3a-a3b262746f9d" providerId="ADAL" clId="{A20C7B2F-7B6E-4F86-A108-79EF0BDAE4A1}" dt="2026-03-06T06:01:46.437" v="87" actId="14100"/>
          <ac:spMkLst>
            <pc:docMk/>
            <pc:sldMk cId="709355634" sldId="2147481836"/>
            <ac:spMk id="58" creationId="{8532DC28-7973-B67F-5F2D-71C4569006D8}"/>
          </ac:spMkLst>
        </pc:spChg>
        <pc:spChg chg="mod">
          <ac:chgData name="Jidong Kim (KR - ADVS)" userId="af81c099-1ef8-4f73-af3a-a3b262746f9d" providerId="ADAL" clId="{A20C7B2F-7B6E-4F86-A108-79EF0BDAE4A1}" dt="2026-03-06T06:01:46.437" v="87" actId="14100"/>
          <ac:spMkLst>
            <pc:docMk/>
            <pc:sldMk cId="709355634" sldId="2147481836"/>
            <ac:spMk id="133" creationId="{984DEA54-0AB9-D93A-0BD5-2BEE39CB49AF}"/>
          </ac:spMkLst>
        </pc:spChg>
        <pc:spChg chg="mod">
          <ac:chgData name="Jidong Kim (KR - ADVS)" userId="af81c099-1ef8-4f73-af3a-a3b262746f9d" providerId="ADAL" clId="{A20C7B2F-7B6E-4F86-A108-79EF0BDAE4A1}" dt="2026-03-06T06:01:46.437" v="87" actId="14100"/>
          <ac:spMkLst>
            <pc:docMk/>
            <pc:sldMk cId="709355634" sldId="2147481836"/>
            <ac:spMk id="135" creationId="{23D463E4-B3F5-E659-BACF-E4FFC0129B8A}"/>
          </ac:spMkLst>
        </pc:spChg>
        <pc:spChg chg="mod">
          <ac:chgData name="Jidong Kim (KR - ADVS)" userId="af81c099-1ef8-4f73-af3a-a3b262746f9d" providerId="ADAL" clId="{A20C7B2F-7B6E-4F86-A108-79EF0BDAE4A1}" dt="2026-03-06T06:01:46.437" v="87" actId="14100"/>
          <ac:spMkLst>
            <pc:docMk/>
            <pc:sldMk cId="709355634" sldId="2147481836"/>
            <ac:spMk id="146" creationId="{65756D4F-C2D8-4965-E881-D3D789CD6DED}"/>
          </ac:spMkLst>
        </pc:spChg>
        <pc:spChg chg="mod">
          <ac:chgData name="Jidong Kim (KR - ADVS)" userId="af81c099-1ef8-4f73-af3a-a3b262746f9d" providerId="ADAL" clId="{A20C7B2F-7B6E-4F86-A108-79EF0BDAE4A1}" dt="2026-03-06T06:01:46.437" v="87" actId="14100"/>
          <ac:spMkLst>
            <pc:docMk/>
            <pc:sldMk cId="709355634" sldId="2147481836"/>
            <ac:spMk id="148" creationId="{3D397F9F-FCBC-D06D-0845-C0D6CE2DE5EE}"/>
          </ac:spMkLst>
        </pc:spChg>
        <pc:spChg chg="mod">
          <ac:chgData name="Jidong Kim (KR - ADVS)" userId="af81c099-1ef8-4f73-af3a-a3b262746f9d" providerId="ADAL" clId="{A20C7B2F-7B6E-4F86-A108-79EF0BDAE4A1}" dt="2026-03-06T06:01:46.437" v="87" actId="14100"/>
          <ac:spMkLst>
            <pc:docMk/>
            <pc:sldMk cId="709355634" sldId="2147481836"/>
            <ac:spMk id="159" creationId="{93853D12-E37B-77BC-FF4B-4B861F9205ED}"/>
          </ac:spMkLst>
        </pc:spChg>
        <pc:spChg chg="mod">
          <ac:chgData name="Jidong Kim (KR - ADVS)" userId="af81c099-1ef8-4f73-af3a-a3b262746f9d" providerId="ADAL" clId="{A20C7B2F-7B6E-4F86-A108-79EF0BDAE4A1}" dt="2026-03-06T06:01:46.437" v="87" actId="14100"/>
          <ac:spMkLst>
            <pc:docMk/>
            <pc:sldMk cId="709355634" sldId="2147481836"/>
            <ac:spMk id="161" creationId="{D5FF3E0E-D1C6-041E-32AA-39343854D39E}"/>
          </ac:spMkLst>
        </pc:spChg>
        <pc:grpChg chg="add mod">
          <ac:chgData name="Jidong Kim (KR - ADVS)" userId="af81c099-1ef8-4f73-af3a-a3b262746f9d" providerId="ADAL" clId="{A20C7B2F-7B6E-4F86-A108-79EF0BDAE4A1}" dt="2026-03-06T05:59:06.003" v="25" actId="164"/>
          <ac:grpSpMkLst>
            <pc:docMk/>
            <pc:sldMk cId="709355634" sldId="2147481836"/>
            <ac:grpSpMk id="8" creationId="{73599B8D-4C23-F146-1591-146E94B1A50E}"/>
          </ac:grpSpMkLst>
        </pc:grpChg>
        <pc:grpChg chg="mod">
          <ac:chgData name="Jidong Kim (KR - ADVS)" userId="af81c099-1ef8-4f73-af3a-a3b262746f9d" providerId="ADAL" clId="{A20C7B2F-7B6E-4F86-A108-79EF0BDAE4A1}" dt="2026-03-06T06:01:11.182" v="62" actId="164"/>
          <ac:grpSpMkLst>
            <pc:docMk/>
            <pc:sldMk cId="709355634" sldId="2147481836"/>
            <ac:grpSpMk id="11" creationId="{947A4645-7248-4CD0-3E72-90BAD1B57D12}"/>
          </ac:grpSpMkLst>
        </pc:grpChg>
        <pc:grpChg chg="add mod">
          <ac:chgData name="Jidong Kim (KR - ADVS)" userId="af81c099-1ef8-4f73-af3a-a3b262746f9d" providerId="ADAL" clId="{A20C7B2F-7B6E-4F86-A108-79EF0BDAE4A1}" dt="2026-03-06T05:59:06.003" v="25" actId="164"/>
          <ac:grpSpMkLst>
            <pc:docMk/>
            <pc:sldMk cId="709355634" sldId="2147481836"/>
            <ac:grpSpMk id="14" creationId="{14369FBB-78CF-3857-A84A-9392464C80ED}"/>
          </ac:grpSpMkLst>
        </pc:grpChg>
        <pc:grpChg chg="add mod">
          <ac:chgData name="Jidong Kim (KR - ADVS)" userId="af81c099-1ef8-4f73-af3a-a3b262746f9d" providerId="ADAL" clId="{A20C7B2F-7B6E-4F86-A108-79EF0BDAE4A1}" dt="2026-03-06T06:01:11.182" v="62" actId="164"/>
          <ac:grpSpMkLst>
            <pc:docMk/>
            <pc:sldMk cId="709355634" sldId="2147481836"/>
            <ac:grpSpMk id="20" creationId="{2FF359AA-5758-1C4E-89C2-90D7AE7FD5EA}"/>
          </ac:grpSpMkLst>
        </pc:grpChg>
        <pc:grpChg chg="mod">
          <ac:chgData name="Jidong Kim (KR - ADVS)" userId="af81c099-1ef8-4f73-af3a-a3b262746f9d" providerId="ADAL" clId="{A20C7B2F-7B6E-4F86-A108-79EF0BDAE4A1}" dt="2026-03-06T05:57:43.774" v="5" actId="164"/>
          <ac:grpSpMkLst>
            <pc:docMk/>
            <pc:sldMk cId="709355634" sldId="2147481836"/>
            <ac:grpSpMk id="21" creationId="{CBBDBD16-FECF-DF91-F517-0FD865E9B941}"/>
          </ac:grpSpMkLst>
        </pc:grpChg>
        <pc:grpChg chg="mod">
          <ac:chgData name="Jidong Kim (KR - ADVS)" userId="af81c099-1ef8-4f73-af3a-a3b262746f9d" providerId="ADAL" clId="{A20C7B2F-7B6E-4F86-A108-79EF0BDAE4A1}" dt="2026-03-06T05:58:12.275" v="12" actId="164"/>
          <ac:grpSpMkLst>
            <pc:docMk/>
            <pc:sldMk cId="709355634" sldId="2147481836"/>
            <ac:grpSpMk id="26" creationId="{A8E4E5B2-CBCA-BB8C-4856-304CAF2DBB0C}"/>
          </ac:grpSpMkLst>
        </pc:grpChg>
        <pc:grpChg chg="mod">
          <ac:chgData name="Jidong Kim (KR - ADVS)" userId="af81c099-1ef8-4f73-af3a-a3b262746f9d" providerId="ADAL" clId="{A20C7B2F-7B6E-4F86-A108-79EF0BDAE4A1}" dt="2026-03-06T05:58:30.071" v="15" actId="164"/>
          <ac:grpSpMkLst>
            <pc:docMk/>
            <pc:sldMk cId="709355634" sldId="2147481836"/>
            <ac:grpSpMk id="30" creationId="{CCA9C796-4F08-47F5-2E54-B7A183B2D96F}"/>
          </ac:grpSpMkLst>
        </pc:grpChg>
        <pc:grpChg chg="add mod">
          <ac:chgData name="Jidong Kim (KR - ADVS)" userId="af81c099-1ef8-4f73-af3a-a3b262746f9d" providerId="ADAL" clId="{A20C7B2F-7B6E-4F86-A108-79EF0BDAE4A1}" dt="2026-03-06T06:01:11.182" v="62" actId="164"/>
          <ac:grpSpMkLst>
            <pc:docMk/>
            <pc:sldMk cId="709355634" sldId="2147481836"/>
            <ac:grpSpMk id="33" creationId="{7E6CFB1B-EFFA-DF5E-9C3C-E57E7157FB3C}"/>
          </ac:grpSpMkLst>
        </pc:grpChg>
        <pc:grpChg chg="add mod">
          <ac:chgData name="Jidong Kim (KR - ADVS)" userId="af81c099-1ef8-4f73-af3a-a3b262746f9d" providerId="ADAL" clId="{A20C7B2F-7B6E-4F86-A108-79EF0BDAE4A1}" dt="2026-03-06T06:01:15.523" v="76" actId="1035"/>
          <ac:grpSpMkLst>
            <pc:docMk/>
            <pc:sldMk cId="709355634" sldId="2147481836"/>
            <ac:grpSpMk id="40" creationId="{374EA033-AF3F-BC04-282D-B380CECBC39B}"/>
          </ac:grpSpMkLst>
        </pc:grpChg>
        <pc:grpChg chg="mod">
          <ac:chgData name="Jidong Kim (KR - ADVS)" userId="af81c099-1ef8-4f73-af3a-a3b262746f9d" providerId="ADAL" clId="{A20C7B2F-7B6E-4F86-A108-79EF0BDAE4A1}" dt="2026-03-06T06:01:11.182" v="62" actId="164"/>
          <ac:grpSpMkLst>
            <pc:docMk/>
            <pc:sldMk cId="709355634" sldId="2147481836"/>
            <ac:grpSpMk id="123" creationId="{98BF7361-ECCB-BA6C-BBEA-6F59EC76C6C6}"/>
          </ac:grpSpMkLst>
        </pc:grpChg>
        <pc:grpChg chg="mod">
          <ac:chgData name="Jidong Kim (KR - ADVS)" userId="af81c099-1ef8-4f73-af3a-a3b262746f9d" providerId="ADAL" clId="{A20C7B2F-7B6E-4F86-A108-79EF0BDAE4A1}" dt="2026-03-06T05:57:43.774" v="5" actId="164"/>
          <ac:grpSpMkLst>
            <pc:docMk/>
            <pc:sldMk cId="709355634" sldId="2147481836"/>
            <ac:grpSpMk id="124" creationId="{F5314C83-C457-2623-6E82-F595958F4342}"/>
          </ac:grpSpMkLst>
        </pc:grpChg>
        <pc:grpChg chg="mod">
          <ac:chgData name="Jidong Kim (KR - ADVS)" userId="af81c099-1ef8-4f73-af3a-a3b262746f9d" providerId="ADAL" clId="{A20C7B2F-7B6E-4F86-A108-79EF0BDAE4A1}" dt="2026-03-06T05:58:12.275" v="12" actId="164"/>
          <ac:grpSpMkLst>
            <pc:docMk/>
            <pc:sldMk cId="709355634" sldId="2147481836"/>
            <ac:grpSpMk id="137" creationId="{780833D8-9E26-04E0-4045-31972137DDBB}"/>
          </ac:grpSpMkLst>
        </pc:grpChg>
        <pc:grpChg chg="mod">
          <ac:chgData name="Jidong Kim (KR - ADVS)" userId="af81c099-1ef8-4f73-af3a-a3b262746f9d" providerId="ADAL" clId="{A20C7B2F-7B6E-4F86-A108-79EF0BDAE4A1}" dt="2026-03-06T05:58:30.071" v="15" actId="164"/>
          <ac:grpSpMkLst>
            <pc:docMk/>
            <pc:sldMk cId="709355634" sldId="2147481836"/>
            <ac:grpSpMk id="150" creationId="{A7573455-D3F7-0F30-CAAC-83F3315D83A7}"/>
          </ac:grpSpMkLst>
        </pc:grpChg>
      </pc:sldChg>
      <pc:sldChg chg="addSp delSp modSp add mod">
        <pc:chgData name="Jidong Kim (KR - ADVS)" userId="af81c099-1ef8-4f73-af3a-a3b262746f9d" providerId="ADAL" clId="{A20C7B2F-7B6E-4F86-A108-79EF0BDAE4A1}" dt="2026-03-12T08:06:07.839" v="1307" actId="12789"/>
        <pc:sldMkLst>
          <pc:docMk/>
          <pc:sldMk cId="2950225809" sldId="2147481841"/>
        </pc:sldMkLst>
        <pc:spChg chg="add mod">
          <ac:chgData name="Jidong Kim (KR - ADVS)" userId="af81c099-1ef8-4f73-af3a-a3b262746f9d" providerId="ADAL" clId="{A20C7B2F-7B6E-4F86-A108-79EF0BDAE4A1}" dt="2026-03-12T07:32:03.861" v="697" actId="20577"/>
          <ac:spMkLst>
            <pc:docMk/>
            <pc:sldMk cId="2950225809" sldId="2147481841"/>
            <ac:spMk id="2" creationId="{5BAD6C9D-DF40-9D91-E01E-E11EED726582}"/>
          </ac:spMkLst>
        </pc:spChg>
        <pc:spChg chg="add mod">
          <ac:chgData name="Jidong Kim (KR - ADVS)" userId="af81c099-1ef8-4f73-af3a-a3b262746f9d" providerId="ADAL" clId="{A20C7B2F-7B6E-4F86-A108-79EF0BDAE4A1}" dt="2026-03-12T07:36:30.654" v="808" actId="20577"/>
          <ac:spMkLst>
            <pc:docMk/>
            <pc:sldMk cId="2950225809" sldId="2147481841"/>
            <ac:spMk id="3" creationId="{95B5DAA5-0C8C-2CB1-CAED-6B0DECAB73E0}"/>
          </ac:spMkLst>
        </pc:spChg>
        <pc:spChg chg="add mod ord">
          <ac:chgData name="Jidong Kim (KR - ADVS)" userId="af81c099-1ef8-4f73-af3a-a3b262746f9d" providerId="ADAL" clId="{A20C7B2F-7B6E-4F86-A108-79EF0BDAE4A1}" dt="2026-03-12T08:05:09.325" v="1238" actId="14100"/>
          <ac:spMkLst>
            <pc:docMk/>
            <pc:sldMk cId="2950225809" sldId="2147481841"/>
            <ac:spMk id="4" creationId="{7D8050E2-888E-F534-F180-588CA7676F3D}"/>
          </ac:spMkLst>
        </pc:spChg>
        <pc:spChg chg="add mod">
          <ac:chgData name="Jidong Kim (KR - ADVS)" userId="af81c099-1ef8-4f73-af3a-a3b262746f9d" providerId="ADAL" clId="{A20C7B2F-7B6E-4F86-A108-79EF0BDAE4A1}" dt="2026-03-12T08:05:02.609" v="1232" actId="1035"/>
          <ac:spMkLst>
            <pc:docMk/>
            <pc:sldMk cId="2950225809" sldId="2147481841"/>
            <ac:spMk id="5" creationId="{C683CC7B-E970-1389-625D-53A060C056A9}"/>
          </ac:spMkLst>
        </pc:spChg>
        <pc:spChg chg="add mod">
          <ac:chgData name="Jidong Kim (KR - ADVS)" userId="af81c099-1ef8-4f73-af3a-a3b262746f9d" providerId="ADAL" clId="{A20C7B2F-7B6E-4F86-A108-79EF0BDAE4A1}" dt="2026-03-12T08:05:02.609" v="1232" actId="1035"/>
          <ac:spMkLst>
            <pc:docMk/>
            <pc:sldMk cId="2950225809" sldId="2147481841"/>
            <ac:spMk id="6" creationId="{9F5F7B37-2664-AB3D-4198-100DD79FE721}"/>
          </ac:spMkLst>
        </pc:spChg>
        <pc:spChg chg="add mod">
          <ac:chgData name="Jidong Kim (KR - ADVS)" userId="af81c099-1ef8-4f73-af3a-a3b262746f9d" providerId="ADAL" clId="{A20C7B2F-7B6E-4F86-A108-79EF0BDAE4A1}" dt="2026-03-12T07:32:25.036" v="703" actId="164"/>
          <ac:spMkLst>
            <pc:docMk/>
            <pc:sldMk cId="2950225809" sldId="2147481841"/>
            <ac:spMk id="7" creationId="{D1F1EF6E-DB3F-C683-D941-8BC325250A73}"/>
          </ac:spMkLst>
        </pc:spChg>
        <pc:spChg chg="add mod">
          <ac:chgData name="Jidong Kim (KR - ADVS)" userId="af81c099-1ef8-4f73-af3a-a3b262746f9d" providerId="ADAL" clId="{A20C7B2F-7B6E-4F86-A108-79EF0BDAE4A1}" dt="2026-03-12T07:40:56.491" v="923" actId="1076"/>
          <ac:spMkLst>
            <pc:docMk/>
            <pc:sldMk cId="2950225809" sldId="2147481841"/>
            <ac:spMk id="9" creationId="{9A214CF3-8DE3-D356-20D8-3AF5992690A2}"/>
          </ac:spMkLst>
        </pc:spChg>
        <pc:spChg chg="add mod">
          <ac:chgData name="Jidong Kim (KR - ADVS)" userId="af81c099-1ef8-4f73-af3a-a3b262746f9d" providerId="ADAL" clId="{A20C7B2F-7B6E-4F86-A108-79EF0BDAE4A1}" dt="2026-03-12T07:40:56.491" v="923" actId="1076"/>
          <ac:spMkLst>
            <pc:docMk/>
            <pc:sldMk cId="2950225809" sldId="2147481841"/>
            <ac:spMk id="11" creationId="{0F3A48F4-0F9A-CB33-18BF-70E2E0A515B2}"/>
          </ac:spMkLst>
        </pc:spChg>
        <pc:spChg chg="add mod">
          <ac:chgData name="Jidong Kim (KR - ADVS)" userId="af81c099-1ef8-4f73-af3a-a3b262746f9d" providerId="ADAL" clId="{A20C7B2F-7B6E-4F86-A108-79EF0BDAE4A1}" dt="2026-03-12T07:40:56.491" v="923" actId="1076"/>
          <ac:spMkLst>
            <pc:docMk/>
            <pc:sldMk cId="2950225809" sldId="2147481841"/>
            <ac:spMk id="12" creationId="{4CC9472A-558A-8A3A-8B4B-C87FA31E8FE9}"/>
          </ac:spMkLst>
        </pc:spChg>
        <pc:spChg chg="mod">
          <ac:chgData name="Jidong Kim (KR - ADVS)" userId="af81c099-1ef8-4f73-af3a-a3b262746f9d" providerId="ADAL" clId="{A20C7B2F-7B6E-4F86-A108-79EF0BDAE4A1}" dt="2026-03-12T08:04:46.037" v="1211" actId="14100"/>
          <ac:spMkLst>
            <pc:docMk/>
            <pc:sldMk cId="2950225809" sldId="2147481841"/>
            <ac:spMk id="16" creationId="{83A7E751-C1C8-BBC7-FEF4-2A2B6CC5B553}"/>
          </ac:spMkLst>
        </pc:spChg>
        <pc:spChg chg="mod">
          <ac:chgData name="Jidong Kim (KR - ADVS)" userId="af81c099-1ef8-4f73-af3a-a3b262746f9d" providerId="ADAL" clId="{A20C7B2F-7B6E-4F86-A108-79EF0BDAE4A1}" dt="2026-03-12T08:04:48.504" v="1215" actId="1036"/>
          <ac:spMkLst>
            <pc:docMk/>
            <pc:sldMk cId="2950225809" sldId="2147481841"/>
            <ac:spMk id="18" creationId="{9BB1D6C1-870F-9BA4-392F-492E49D692F4}"/>
          </ac:spMkLst>
        </pc:spChg>
        <pc:spChg chg="add mod">
          <ac:chgData name="Jidong Kim (KR - ADVS)" userId="af81c099-1ef8-4f73-af3a-a3b262746f9d" providerId="ADAL" clId="{A20C7B2F-7B6E-4F86-A108-79EF0BDAE4A1}" dt="2026-03-12T08:05:25.713" v="1259" actId="1036"/>
          <ac:spMkLst>
            <pc:docMk/>
            <pc:sldMk cId="2950225809" sldId="2147481841"/>
            <ac:spMk id="25" creationId="{B80AE69A-859E-803B-82C6-211C5E4C44E8}"/>
          </ac:spMkLst>
        </pc:spChg>
        <pc:spChg chg="add mod ord">
          <ac:chgData name="Jidong Kim (KR - ADVS)" userId="af81c099-1ef8-4f73-af3a-a3b262746f9d" providerId="ADAL" clId="{A20C7B2F-7B6E-4F86-A108-79EF0BDAE4A1}" dt="2026-03-12T08:05:24.173" v="1256" actId="14100"/>
          <ac:spMkLst>
            <pc:docMk/>
            <pc:sldMk cId="2950225809" sldId="2147481841"/>
            <ac:spMk id="26" creationId="{CC2D5AA1-B4E7-E73B-FCAB-7D9C5B0082A1}"/>
          </ac:spMkLst>
        </pc:spChg>
        <pc:spChg chg="add mod">
          <ac:chgData name="Jidong Kim (KR - ADVS)" userId="af81c099-1ef8-4f73-af3a-a3b262746f9d" providerId="ADAL" clId="{A20C7B2F-7B6E-4F86-A108-79EF0BDAE4A1}" dt="2026-03-12T07:57:36.612" v="1057" actId="20577"/>
          <ac:spMkLst>
            <pc:docMk/>
            <pc:sldMk cId="2950225809" sldId="2147481841"/>
            <ac:spMk id="27" creationId="{1C6A8162-FB6B-DC07-6FD7-162DAB5D8E5D}"/>
          </ac:spMkLst>
        </pc:spChg>
        <pc:spChg chg="add mod">
          <ac:chgData name="Jidong Kim (KR - ADVS)" userId="af81c099-1ef8-4f73-af3a-a3b262746f9d" providerId="ADAL" clId="{A20C7B2F-7B6E-4F86-A108-79EF0BDAE4A1}" dt="2026-03-12T07:40:27.270" v="917" actId="1076"/>
          <ac:spMkLst>
            <pc:docMk/>
            <pc:sldMk cId="2950225809" sldId="2147481841"/>
            <ac:spMk id="28" creationId="{00CF2D05-A2CC-8876-9721-FA12ED80E9C0}"/>
          </ac:spMkLst>
        </pc:spChg>
        <pc:spChg chg="add mod">
          <ac:chgData name="Jidong Kim (KR - ADVS)" userId="af81c099-1ef8-4f73-af3a-a3b262746f9d" providerId="ADAL" clId="{A20C7B2F-7B6E-4F86-A108-79EF0BDAE4A1}" dt="2026-03-12T08:06:00.194" v="1305" actId="14100"/>
          <ac:spMkLst>
            <pc:docMk/>
            <pc:sldMk cId="2950225809" sldId="2147481841"/>
            <ac:spMk id="29" creationId="{98038BA5-C3F9-7ED4-D43A-76CAB4261B54}"/>
          </ac:spMkLst>
        </pc:spChg>
        <pc:spChg chg="add mod">
          <ac:chgData name="Jidong Kim (KR - ADVS)" userId="af81c099-1ef8-4f73-af3a-a3b262746f9d" providerId="ADAL" clId="{A20C7B2F-7B6E-4F86-A108-79EF0BDAE4A1}" dt="2026-03-12T08:05:35.278" v="1261" actId="1076"/>
          <ac:spMkLst>
            <pc:docMk/>
            <pc:sldMk cId="2950225809" sldId="2147481841"/>
            <ac:spMk id="30" creationId="{4187C47F-C779-203F-6804-F7CAA184FF74}"/>
          </ac:spMkLst>
        </pc:spChg>
        <pc:spChg chg="add mod">
          <ac:chgData name="Jidong Kim (KR - ADVS)" userId="af81c099-1ef8-4f73-af3a-a3b262746f9d" providerId="ADAL" clId="{A20C7B2F-7B6E-4F86-A108-79EF0BDAE4A1}" dt="2026-03-12T08:05:35.278" v="1261" actId="1076"/>
          <ac:spMkLst>
            <pc:docMk/>
            <pc:sldMk cId="2950225809" sldId="2147481841"/>
            <ac:spMk id="31" creationId="{075B1DED-31B1-8A4F-FCB8-28330A532422}"/>
          </ac:spMkLst>
        </pc:spChg>
        <pc:spChg chg="add mod topLvl">
          <ac:chgData name="Jidong Kim (KR - ADVS)" userId="af81c099-1ef8-4f73-af3a-a3b262746f9d" providerId="ADAL" clId="{A20C7B2F-7B6E-4F86-A108-79EF0BDAE4A1}" dt="2026-03-12T08:05:47.040" v="1279" actId="164"/>
          <ac:spMkLst>
            <pc:docMk/>
            <pc:sldMk cId="2950225809" sldId="2147481841"/>
            <ac:spMk id="32" creationId="{D600842E-DBD6-ABBB-B3CA-3C16D27FD16A}"/>
          </ac:spMkLst>
        </pc:spChg>
        <pc:spChg chg="add mod topLvl">
          <ac:chgData name="Jidong Kim (KR - ADVS)" userId="af81c099-1ef8-4f73-af3a-a3b262746f9d" providerId="ADAL" clId="{A20C7B2F-7B6E-4F86-A108-79EF0BDAE4A1}" dt="2026-03-12T08:05:47.040" v="1279" actId="164"/>
          <ac:spMkLst>
            <pc:docMk/>
            <pc:sldMk cId="2950225809" sldId="2147481841"/>
            <ac:spMk id="33" creationId="{8586928B-416D-319F-B4F8-59FF8ABA6B00}"/>
          </ac:spMkLst>
        </pc:spChg>
        <pc:spChg chg="add mod topLvl">
          <ac:chgData name="Jidong Kim (KR - ADVS)" userId="af81c099-1ef8-4f73-af3a-a3b262746f9d" providerId="ADAL" clId="{A20C7B2F-7B6E-4F86-A108-79EF0BDAE4A1}" dt="2026-03-12T08:05:40.731" v="1263" actId="164"/>
          <ac:spMkLst>
            <pc:docMk/>
            <pc:sldMk cId="2950225809" sldId="2147481841"/>
            <ac:spMk id="37" creationId="{4054F71A-3B9C-DAB4-C6FB-8BF917DBCC7D}"/>
          </ac:spMkLst>
        </pc:spChg>
        <pc:spChg chg="add mod topLvl">
          <ac:chgData name="Jidong Kim (KR - ADVS)" userId="af81c099-1ef8-4f73-af3a-a3b262746f9d" providerId="ADAL" clId="{A20C7B2F-7B6E-4F86-A108-79EF0BDAE4A1}" dt="2026-03-12T08:05:40.731" v="1263" actId="164"/>
          <ac:spMkLst>
            <pc:docMk/>
            <pc:sldMk cId="2950225809" sldId="2147481841"/>
            <ac:spMk id="39" creationId="{413B5C27-495E-805F-E709-DCCD10F41B74}"/>
          </ac:spMkLst>
        </pc:spChg>
        <pc:spChg chg="add mod">
          <ac:chgData name="Jidong Kim (KR - ADVS)" userId="af81c099-1ef8-4f73-af3a-a3b262746f9d" providerId="ADAL" clId="{A20C7B2F-7B6E-4F86-A108-79EF0BDAE4A1}" dt="2026-03-12T08:02:04.360" v="1149" actId="14100"/>
          <ac:spMkLst>
            <pc:docMk/>
            <pc:sldMk cId="2950225809" sldId="2147481841"/>
            <ac:spMk id="40" creationId="{63E6430D-EDB8-408D-F6A7-646E91FF93E1}"/>
          </ac:spMkLst>
        </pc:spChg>
        <pc:spChg chg="add mod topLvl">
          <ac:chgData name="Jidong Kim (KR - ADVS)" userId="af81c099-1ef8-4f73-af3a-a3b262746f9d" providerId="ADAL" clId="{A20C7B2F-7B6E-4F86-A108-79EF0BDAE4A1}" dt="2026-03-12T08:05:45.831" v="1278" actId="164"/>
          <ac:spMkLst>
            <pc:docMk/>
            <pc:sldMk cId="2950225809" sldId="2147481841"/>
            <ac:spMk id="43" creationId="{53531542-CB75-0298-1129-599AFFC53E8A}"/>
          </ac:spMkLst>
        </pc:spChg>
        <pc:spChg chg="add mod topLvl">
          <ac:chgData name="Jidong Kim (KR - ADVS)" userId="af81c099-1ef8-4f73-af3a-a3b262746f9d" providerId="ADAL" clId="{A20C7B2F-7B6E-4F86-A108-79EF0BDAE4A1}" dt="2026-03-12T08:05:45.831" v="1278" actId="164"/>
          <ac:spMkLst>
            <pc:docMk/>
            <pc:sldMk cId="2950225809" sldId="2147481841"/>
            <ac:spMk id="44" creationId="{2B137DBD-8ED5-35B2-96CC-48ED3C3A9C23}"/>
          </ac:spMkLst>
        </pc:spChg>
        <pc:spChg chg="mod">
          <ac:chgData name="Jidong Kim (KR - ADVS)" userId="af81c099-1ef8-4f73-af3a-a3b262746f9d" providerId="ADAL" clId="{A20C7B2F-7B6E-4F86-A108-79EF0BDAE4A1}" dt="2026-03-12T07:28:12.600" v="507" actId="113"/>
          <ac:spMkLst>
            <pc:docMk/>
            <pc:sldMk cId="2950225809" sldId="2147481841"/>
            <ac:spMk id="165" creationId="{7636AD16-4BD4-0A4E-9BEA-6389EAC37DFA}"/>
          </ac:spMkLst>
        </pc:spChg>
        <pc:grpChg chg="add mod">
          <ac:chgData name="Jidong Kim (KR - ADVS)" userId="af81c099-1ef8-4f73-af3a-a3b262746f9d" providerId="ADAL" clId="{A20C7B2F-7B6E-4F86-A108-79EF0BDAE4A1}" dt="2026-03-12T08:05:05.587" v="1237" actId="1035"/>
          <ac:grpSpMkLst>
            <pc:docMk/>
            <pc:sldMk cId="2950225809" sldId="2147481841"/>
            <ac:grpSpMk id="15" creationId="{B271C53E-D2FB-AC85-996F-6853F03C99B9}"/>
          </ac:grpSpMkLst>
        </pc:grpChg>
        <pc:grpChg chg="add mod">
          <ac:chgData name="Jidong Kim (KR - ADVS)" userId="af81c099-1ef8-4f73-af3a-a3b262746f9d" providerId="ADAL" clId="{A20C7B2F-7B6E-4F86-A108-79EF0BDAE4A1}" dt="2026-03-12T08:05:02.609" v="1232" actId="1035"/>
          <ac:grpSpMkLst>
            <pc:docMk/>
            <pc:sldMk cId="2950225809" sldId="2147481841"/>
            <ac:grpSpMk id="19" creationId="{6A388F85-D482-4656-CF6E-962F0014DFA6}"/>
          </ac:grpSpMkLst>
        </pc:grpChg>
        <pc:grpChg chg="add mod">
          <ac:chgData name="Jidong Kim (KR - ADVS)" userId="af81c099-1ef8-4f73-af3a-a3b262746f9d" providerId="ADAL" clId="{A20C7B2F-7B6E-4F86-A108-79EF0BDAE4A1}" dt="2026-03-12T08:06:07.839" v="1307" actId="12789"/>
          <ac:grpSpMkLst>
            <pc:docMk/>
            <pc:sldMk cId="2950225809" sldId="2147481841"/>
            <ac:grpSpMk id="46" creationId="{82B017B8-00E8-C331-C6C3-5DFBD7E98044}"/>
          </ac:grpSpMkLst>
        </pc:grpChg>
        <pc:grpChg chg="add mod">
          <ac:chgData name="Jidong Kim (KR - ADVS)" userId="af81c099-1ef8-4f73-af3a-a3b262746f9d" providerId="ADAL" clId="{A20C7B2F-7B6E-4F86-A108-79EF0BDAE4A1}" dt="2026-03-12T08:06:07.839" v="1307" actId="12789"/>
          <ac:grpSpMkLst>
            <pc:docMk/>
            <pc:sldMk cId="2950225809" sldId="2147481841"/>
            <ac:grpSpMk id="47" creationId="{07B6AC94-FFF7-CB49-BCCB-64F25075CE00}"/>
          </ac:grpSpMkLst>
        </pc:grpChg>
        <pc:grpChg chg="add mod">
          <ac:chgData name="Jidong Kim (KR - ADVS)" userId="af81c099-1ef8-4f73-af3a-a3b262746f9d" providerId="ADAL" clId="{A20C7B2F-7B6E-4F86-A108-79EF0BDAE4A1}" dt="2026-03-12T08:06:07.839" v="1307" actId="12789"/>
          <ac:grpSpMkLst>
            <pc:docMk/>
            <pc:sldMk cId="2950225809" sldId="2147481841"/>
            <ac:grpSpMk id="48" creationId="{968E0CBD-E20A-39B1-A337-635954BC8AC6}"/>
          </ac:grpSpMkLst>
        </pc:grpChg>
        <pc:picChg chg="add mod">
          <ac:chgData name="Jidong Kim (KR - ADVS)" userId="af81c099-1ef8-4f73-af3a-a3b262746f9d" providerId="ADAL" clId="{A20C7B2F-7B6E-4F86-A108-79EF0BDAE4A1}" dt="2026-03-12T08:06:07.839" v="1307" actId="12789"/>
          <ac:picMkLst>
            <pc:docMk/>
            <pc:sldMk cId="2950225809" sldId="2147481841"/>
            <ac:picMk id="36" creationId="{D3F53E89-CA9B-61A1-26D1-7AC71C97F3DF}"/>
          </ac:picMkLst>
        </pc:picChg>
        <pc:picChg chg="add mod">
          <ac:chgData name="Jidong Kim (KR - ADVS)" userId="af81c099-1ef8-4f73-af3a-a3b262746f9d" providerId="ADAL" clId="{A20C7B2F-7B6E-4F86-A108-79EF0BDAE4A1}" dt="2026-03-12T08:06:07.839" v="1307" actId="12789"/>
          <ac:picMkLst>
            <pc:docMk/>
            <pc:sldMk cId="2950225809" sldId="2147481841"/>
            <ac:picMk id="45" creationId="{04E72212-37F2-AAF6-3F4F-2203FEAC0E04}"/>
          </ac:picMkLst>
        </pc:picChg>
        <pc:cxnChg chg="mod">
          <ac:chgData name="Jidong Kim (KR - ADVS)" userId="af81c099-1ef8-4f73-af3a-a3b262746f9d" providerId="ADAL" clId="{A20C7B2F-7B6E-4F86-A108-79EF0BDAE4A1}" dt="2026-03-12T07:32:10.106" v="699"/>
          <ac:cxnSpMkLst>
            <pc:docMk/>
            <pc:sldMk cId="2950225809" sldId="2147481841"/>
            <ac:cxnSpMk id="17" creationId="{43DDEF35-804D-CECB-0BA9-A8429F17028C}"/>
          </ac:cxnSpMkLst>
        </pc:cxnChg>
      </pc:sldChg>
    </pc:docChg>
  </pc:docChgLst>
  <pc:docChgLst>
    <pc:chgData name="Jonghwan Oh (KR - ADVS)" userId="5a50b40a-0cfc-4891-b9de-b430b32d4420" providerId="ADAL" clId="{9D92645F-ED7D-4465-AAFE-794157FC91F4}"/>
    <pc:docChg chg="undo custSel addSld delSld modSld modSection">
      <pc:chgData name="Jonghwan Oh (KR - ADVS)" userId="5a50b40a-0cfc-4891-b9de-b430b32d4420" providerId="ADAL" clId="{9D92645F-ED7D-4465-AAFE-794157FC91F4}" dt="2026-03-23T04:39:47.894" v="2151" actId="47"/>
      <pc:docMkLst>
        <pc:docMk/>
      </pc:docMkLst>
      <pc:sldChg chg="addSp modSp mod">
        <pc:chgData name="Jonghwan Oh (KR - ADVS)" userId="5a50b40a-0cfc-4891-b9de-b430b32d4420" providerId="ADAL" clId="{9D92645F-ED7D-4465-AAFE-794157FC91F4}" dt="2026-03-23T04:38:54.480" v="2146" actId="6549"/>
        <pc:sldMkLst>
          <pc:docMk/>
          <pc:sldMk cId="709355634" sldId="2147481836"/>
        </pc:sldMkLst>
        <pc:spChg chg="mod">
          <ac:chgData name="Jonghwan Oh (KR - ADVS)" userId="5a50b40a-0cfc-4891-b9de-b430b32d4420" providerId="ADAL" clId="{9D92645F-ED7D-4465-AAFE-794157FC91F4}" dt="2026-03-23T04:38:05.529" v="2120"/>
          <ac:spMkLst>
            <pc:docMk/>
            <pc:sldMk cId="709355634" sldId="2147481836"/>
            <ac:spMk id="12" creationId="{4A481460-F221-927F-F377-F8D0CFF04DFA}"/>
          </ac:spMkLst>
        </pc:spChg>
        <pc:spChg chg="mod">
          <ac:chgData name="Jonghwan Oh (KR - ADVS)" userId="5a50b40a-0cfc-4891-b9de-b430b32d4420" providerId="ADAL" clId="{9D92645F-ED7D-4465-AAFE-794157FC91F4}" dt="2026-03-23T04:38:05.529" v="2120"/>
          <ac:spMkLst>
            <pc:docMk/>
            <pc:sldMk cId="709355634" sldId="2147481836"/>
            <ac:spMk id="45" creationId="{1EBBA347-0638-638D-5A23-BCB513D8BDB5}"/>
          </ac:spMkLst>
        </pc:spChg>
        <pc:spChg chg="mod">
          <ac:chgData name="Jonghwan Oh (KR - ADVS)" userId="5a50b40a-0cfc-4891-b9de-b430b32d4420" providerId="ADAL" clId="{9D92645F-ED7D-4465-AAFE-794157FC91F4}" dt="2026-03-23T04:38:05.529" v="2120"/>
          <ac:spMkLst>
            <pc:docMk/>
            <pc:sldMk cId="709355634" sldId="2147481836"/>
            <ac:spMk id="64" creationId="{2DA129C5-E998-8974-E3D8-1E32BD31273D}"/>
          </ac:spMkLst>
        </pc:spChg>
        <pc:spChg chg="mod">
          <ac:chgData name="Jonghwan Oh (KR - ADVS)" userId="5a50b40a-0cfc-4891-b9de-b430b32d4420" providerId="ADAL" clId="{9D92645F-ED7D-4465-AAFE-794157FC91F4}" dt="2026-03-23T04:38:05.529" v="2120"/>
          <ac:spMkLst>
            <pc:docMk/>
            <pc:sldMk cId="709355634" sldId="2147481836"/>
            <ac:spMk id="70" creationId="{29C1E2E6-73C5-75E8-45FB-18885416E170}"/>
          </ac:spMkLst>
        </pc:spChg>
        <pc:spChg chg="mod">
          <ac:chgData name="Jonghwan Oh (KR - ADVS)" userId="5a50b40a-0cfc-4891-b9de-b430b32d4420" providerId="ADAL" clId="{9D92645F-ED7D-4465-AAFE-794157FC91F4}" dt="2026-03-23T04:38:05.529" v="2120"/>
          <ac:spMkLst>
            <pc:docMk/>
            <pc:sldMk cId="709355634" sldId="2147481836"/>
            <ac:spMk id="93" creationId="{0049F9FF-5A7F-93A5-A671-342D7B86BCF9}"/>
          </ac:spMkLst>
        </pc:spChg>
        <pc:spChg chg="mod">
          <ac:chgData name="Jonghwan Oh (KR - ADVS)" userId="5a50b40a-0cfc-4891-b9de-b430b32d4420" providerId="ADAL" clId="{9D92645F-ED7D-4465-AAFE-794157FC91F4}" dt="2026-03-23T04:38:05.529" v="2120"/>
          <ac:spMkLst>
            <pc:docMk/>
            <pc:sldMk cId="709355634" sldId="2147481836"/>
            <ac:spMk id="96" creationId="{F0D9ECAA-19BF-7DEB-C9FE-4CA37607AE7A}"/>
          </ac:spMkLst>
        </pc:spChg>
        <pc:spChg chg="mod">
          <ac:chgData name="Jonghwan Oh (KR - ADVS)" userId="5a50b40a-0cfc-4891-b9de-b430b32d4420" providerId="ADAL" clId="{9D92645F-ED7D-4465-AAFE-794157FC91F4}" dt="2026-03-23T04:38:05.529" v="2120"/>
          <ac:spMkLst>
            <pc:docMk/>
            <pc:sldMk cId="709355634" sldId="2147481836"/>
            <ac:spMk id="109" creationId="{3C4177FA-6CDF-F093-C8BD-4B0126D1A9AF}"/>
          </ac:spMkLst>
        </pc:spChg>
        <pc:spChg chg="mod">
          <ac:chgData name="Jonghwan Oh (KR - ADVS)" userId="5a50b40a-0cfc-4891-b9de-b430b32d4420" providerId="ADAL" clId="{9D92645F-ED7D-4465-AAFE-794157FC91F4}" dt="2026-03-23T04:38:05.529" v="2120"/>
          <ac:spMkLst>
            <pc:docMk/>
            <pc:sldMk cId="709355634" sldId="2147481836"/>
            <ac:spMk id="111" creationId="{2B874989-FA40-E000-AB60-8150ECB1DB9C}"/>
          </ac:spMkLst>
        </pc:spChg>
        <pc:spChg chg="mod">
          <ac:chgData name="Jonghwan Oh (KR - ADVS)" userId="5a50b40a-0cfc-4891-b9de-b430b32d4420" providerId="ADAL" clId="{9D92645F-ED7D-4465-AAFE-794157FC91F4}" dt="2026-03-23T04:38:05.529" v="2120"/>
          <ac:spMkLst>
            <pc:docMk/>
            <pc:sldMk cId="709355634" sldId="2147481836"/>
            <ac:spMk id="113" creationId="{825E2BF8-6BA0-61DA-3610-7136E2863860}"/>
          </ac:spMkLst>
        </pc:spChg>
        <pc:spChg chg="mod">
          <ac:chgData name="Jonghwan Oh (KR - ADVS)" userId="5a50b40a-0cfc-4891-b9de-b430b32d4420" providerId="ADAL" clId="{9D92645F-ED7D-4465-AAFE-794157FC91F4}" dt="2026-03-23T04:38:05.529" v="2120"/>
          <ac:spMkLst>
            <pc:docMk/>
            <pc:sldMk cId="709355634" sldId="2147481836"/>
            <ac:spMk id="117" creationId="{0B3DBC69-9C41-72FC-CE22-AA6A8EE5C5AA}"/>
          </ac:spMkLst>
        </pc:spChg>
        <pc:spChg chg="mod">
          <ac:chgData name="Jonghwan Oh (KR - ADVS)" userId="5a50b40a-0cfc-4891-b9de-b430b32d4420" providerId="ADAL" clId="{9D92645F-ED7D-4465-AAFE-794157FC91F4}" dt="2026-03-23T04:38:16.575" v="2122"/>
          <ac:spMkLst>
            <pc:docMk/>
            <pc:sldMk cId="709355634" sldId="2147481836"/>
            <ac:spMk id="130" creationId="{5A9DDA9B-B4F3-F394-44A2-3FD30E95D577}"/>
          </ac:spMkLst>
        </pc:spChg>
        <pc:spChg chg="mod">
          <ac:chgData name="Jonghwan Oh (KR - ADVS)" userId="5a50b40a-0cfc-4891-b9de-b430b32d4420" providerId="ADAL" clId="{9D92645F-ED7D-4465-AAFE-794157FC91F4}" dt="2026-03-23T04:38:16.575" v="2122"/>
          <ac:spMkLst>
            <pc:docMk/>
            <pc:sldMk cId="709355634" sldId="2147481836"/>
            <ac:spMk id="131" creationId="{A147D129-F430-74AE-CA94-3F74870132EC}"/>
          </ac:spMkLst>
        </pc:spChg>
        <pc:spChg chg="mod">
          <ac:chgData name="Jonghwan Oh (KR - ADVS)" userId="5a50b40a-0cfc-4891-b9de-b430b32d4420" providerId="ADAL" clId="{9D92645F-ED7D-4465-AAFE-794157FC91F4}" dt="2026-03-23T04:38:16.575" v="2122"/>
          <ac:spMkLst>
            <pc:docMk/>
            <pc:sldMk cId="709355634" sldId="2147481836"/>
            <ac:spMk id="132" creationId="{07CB81CB-9673-6C68-3027-6E7541E684DC}"/>
          </ac:spMkLst>
        </pc:spChg>
        <pc:spChg chg="mod">
          <ac:chgData name="Jonghwan Oh (KR - ADVS)" userId="5a50b40a-0cfc-4891-b9de-b430b32d4420" providerId="ADAL" clId="{9D92645F-ED7D-4465-AAFE-794157FC91F4}" dt="2026-03-23T04:38:16.575" v="2122"/>
          <ac:spMkLst>
            <pc:docMk/>
            <pc:sldMk cId="709355634" sldId="2147481836"/>
            <ac:spMk id="142" creationId="{22E3BB31-E41C-893F-6B9F-6DEE93F2354A}"/>
          </ac:spMkLst>
        </pc:spChg>
        <pc:spChg chg="mod">
          <ac:chgData name="Jonghwan Oh (KR - ADVS)" userId="5a50b40a-0cfc-4891-b9de-b430b32d4420" providerId="ADAL" clId="{9D92645F-ED7D-4465-AAFE-794157FC91F4}" dt="2026-03-23T04:38:16.575" v="2122"/>
          <ac:spMkLst>
            <pc:docMk/>
            <pc:sldMk cId="709355634" sldId="2147481836"/>
            <ac:spMk id="145" creationId="{327C4160-5A81-8E48-71B0-480500E3E979}"/>
          </ac:spMkLst>
        </pc:spChg>
        <pc:spChg chg="mod">
          <ac:chgData name="Jonghwan Oh (KR - ADVS)" userId="5a50b40a-0cfc-4891-b9de-b430b32d4420" providerId="ADAL" clId="{9D92645F-ED7D-4465-AAFE-794157FC91F4}" dt="2026-03-23T04:38:16.575" v="2122"/>
          <ac:spMkLst>
            <pc:docMk/>
            <pc:sldMk cId="709355634" sldId="2147481836"/>
            <ac:spMk id="153" creationId="{2935314B-B95F-C103-2125-EEBF318C7465}"/>
          </ac:spMkLst>
        </pc:spChg>
        <pc:spChg chg="mod">
          <ac:chgData name="Jonghwan Oh (KR - ADVS)" userId="5a50b40a-0cfc-4891-b9de-b430b32d4420" providerId="ADAL" clId="{9D92645F-ED7D-4465-AAFE-794157FC91F4}" dt="2026-03-23T04:38:40.950" v="2137" actId="6549"/>
          <ac:spMkLst>
            <pc:docMk/>
            <pc:sldMk cId="709355634" sldId="2147481836"/>
            <ac:spMk id="157" creationId="{06FC5DB5-6572-E9C0-FDF8-7C5AEE3C3079}"/>
          </ac:spMkLst>
        </pc:spChg>
        <pc:spChg chg="mod">
          <ac:chgData name="Jonghwan Oh (KR - ADVS)" userId="5a50b40a-0cfc-4891-b9de-b430b32d4420" providerId="ADAL" clId="{9D92645F-ED7D-4465-AAFE-794157FC91F4}" dt="2026-03-23T04:38:46.916" v="2141" actId="6549"/>
          <ac:spMkLst>
            <pc:docMk/>
            <pc:sldMk cId="709355634" sldId="2147481836"/>
            <ac:spMk id="178" creationId="{1022D0EC-88EB-5878-84F8-34D7F8C8E71E}"/>
          </ac:spMkLst>
        </pc:spChg>
        <pc:spChg chg="mod">
          <ac:chgData name="Jonghwan Oh (KR - ADVS)" userId="5a50b40a-0cfc-4891-b9de-b430b32d4420" providerId="ADAL" clId="{9D92645F-ED7D-4465-AAFE-794157FC91F4}" dt="2026-03-23T04:38:18.637" v="2123" actId="6549"/>
          <ac:spMkLst>
            <pc:docMk/>
            <pc:sldMk cId="709355634" sldId="2147481836"/>
            <ac:spMk id="182" creationId="{E4B1E6FC-464D-11B2-15E5-E41E2B16C28C}"/>
          </ac:spMkLst>
        </pc:spChg>
        <pc:spChg chg="mod">
          <ac:chgData name="Jonghwan Oh (KR - ADVS)" userId="5a50b40a-0cfc-4891-b9de-b430b32d4420" providerId="ADAL" clId="{9D92645F-ED7D-4465-AAFE-794157FC91F4}" dt="2026-03-23T04:38:51.757" v="2144" actId="6549"/>
          <ac:spMkLst>
            <pc:docMk/>
            <pc:sldMk cId="709355634" sldId="2147481836"/>
            <ac:spMk id="183" creationId="{E751364F-7E45-8057-EF7B-19B850E7A881}"/>
          </ac:spMkLst>
        </pc:spChg>
        <pc:spChg chg="mod">
          <ac:chgData name="Jonghwan Oh (KR - ADVS)" userId="5a50b40a-0cfc-4891-b9de-b430b32d4420" providerId="ADAL" clId="{9D92645F-ED7D-4465-AAFE-794157FC91F4}" dt="2026-03-23T04:38:54.480" v="2146" actId="6549"/>
          <ac:spMkLst>
            <pc:docMk/>
            <pc:sldMk cId="709355634" sldId="2147481836"/>
            <ac:spMk id="189" creationId="{C33B82AD-4901-A6B1-212D-4FCC753D5454}"/>
          </ac:spMkLst>
        </pc:spChg>
        <pc:spChg chg="mod">
          <ac:chgData name="Jonghwan Oh (KR - ADVS)" userId="5a50b40a-0cfc-4891-b9de-b430b32d4420" providerId="ADAL" clId="{9D92645F-ED7D-4465-AAFE-794157FC91F4}" dt="2026-03-23T04:38:16.575" v="2122"/>
          <ac:spMkLst>
            <pc:docMk/>
            <pc:sldMk cId="709355634" sldId="2147481836"/>
            <ac:spMk id="194" creationId="{D225A1EA-570A-DE1E-B3F4-73BDB8DCFE74}"/>
          </ac:spMkLst>
        </pc:spChg>
        <pc:spChg chg="mod">
          <ac:chgData name="Jonghwan Oh (KR - ADVS)" userId="5a50b40a-0cfc-4891-b9de-b430b32d4420" providerId="ADAL" clId="{9D92645F-ED7D-4465-AAFE-794157FC91F4}" dt="2026-03-23T04:38:48.851" v="2142" actId="6549"/>
          <ac:spMkLst>
            <pc:docMk/>
            <pc:sldMk cId="709355634" sldId="2147481836"/>
            <ac:spMk id="195" creationId="{150DBC47-3DAC-918A-184B-E6BA74B2C8F5}"/>
          </ac:spMkLst>
        </pc:spChg>
        <pc:spChg chg="mod">
          <ac:chgData name="Jonghwan Oh (KR - ADVS)" userId="5a50b40a-0cfc-4891-b9de-b430b32d4420" providerId="ADAL" clId="{9D92645F-ED7D-4465-AAFE-794157FC91F4}" dt="2026-03-23T04:38:50.331" v="2143" actId="6549"/>
          <ac:spMkLst>
            <pc:docMk/>
            <pc:sldMk cId="709355634" sldId="2147481836"/>
            <ac:spMk id="196" creationId="{0D8F3E9E-C063-575B-0102-517C2F438AFB}"/>
          </ac:spMkLst>
        </pc:spChg>
        <pc:spChg chg="mod">
          <ac:chgData name="Jonghwan Oh (KR - ADVS)" userId="5a50b40a-0cfc-4891-b9de-b430b32d4420" providerId="ADAL" clId="{9D92645F-ED7D-4465-AAFE-794157FC91F4}" dt="2026-03-23T04:38:32.278" v="2133" actId="6549"/>
          <ac:spMkLst>
            <pc:docMk/>
            <pc:sldMk cId="709355634" sldId="2147481836"/>
            <ac:spMk id="197" creationId="{5894280A-4E99-C0C4-7CF8-06130FDC0F2B}"/>
          </ac:spMkLst>
        </pc:spChg>
        <pc:spChg chg="mod">
          <ac:chgData name="Jonghwan Oh (KR - ADVS)" userId="5a50b40a-0cfc-4891-b9de-b430b32d4420" providerId="ADAL" clId="{9D92645F-ED7D-4465-AAFE-794157FC91F4}" dt="2026-03-23T04:38:42.531" v="2138" actId="6549"/>
          <ac:spMkLst>
            <pc:docMk/>
            <pc:sldMk cId="709355634" sldId="2147481836"/>
            <ac:spMk id="201" creationId="{5DA75035-0A17-713F-B3FB-15B56C25FBAC}"/>
          </ac:spMkLst>
        </pc:spChg>
        <pc:spChg chg="mod">
          <ac:chgData name="Jonghwan Oh (KR - ADVS)" userId="5a50b40a-0cfc-4891-b9de-b430b32d4420" providerId="ADAL" clId="{9D92645F-ED7D-4465-AAFE-794157FC91F4}" dt="2026-03-23T04:38:44.084" v="2139" actId="6549"/>
          <ac:spMkLst>
            <pc:docMk/>
            <pc:sldMk cId="709355634" sldId="2147481836"/>
            <ac:spMk id="202" creationId="{2777797B-C6D1-1263-1B81-39D5D8C790F6}"/>
          </ac:spMkLst>
        </pc:spChg>
        <pc:spChg chg="mod">
          <ac:chgData name="Jonghwan Oh (KR - ADVS)" userId="5a50b40a-0cfc-4891-b9de-b430b32d4420" providerId="ADAL" clId="{9D92645F-ED7D-4465-AAFE-794157FC91F4}" dt="2026-03-23T04:38:45.437" v="2140" actId="6549"/>
          <ac:spMkLst>
            <pc:docMk/>
            <pc:sldMk cId="709355634" sldId="2147481836"/>
            <ac:spMk id="203" creationId="{585F08D1-5341-E546-238A-F7467F1B1504}"/>
          </ac:spMkLst>
        </pc:spChg>
        <pc:spChg chg="mod">
          <ac:chgData name="Jonghwan Oh (KR - ADVS)" userId="5a50b40a-0cfc-4891-b9de-b430b32d4420" providerId="ADAL" clId="{9D92645F-ED7D-4465-AAFE-794157FC91F4}" dt="2026-03-23T04:38:30.150" v="2132" actId="6549"/>
          <ac:spMkLst>
            <pc:docMk/>
            <pc:sldMk cId="709355634" sldId="2147481836"/>
            <ac:spMk id="204" creationId="{59425991-131D-6EA5-844F-9B11464E7E07}"/>
          </ac:spMkLst>
        </pc:spChg>
        <pc:spChg chg="mod">
          <ac:chgData name="Jonghwan Oh (KR - ADVS)" userId="5a50b40a-0cfc-4891-b9de-b430b32d4420" providerId="ADAL" clId="{9D92645F-ED7D-4465-AAFE-794157FC91F4}" dt="2026-03-23T04:38:36.357" v="2134" actId="6549"/>
          <ac:spMkLst>
            <pc:docMk/>
            <pc:sldMk cId="709355634" sldId="2147481836"/>
            <ac:spMk id="209" creationId="{907FF41F-5D85-E001-28AF-15F1CF749836}"/>
          </ac:spMkLst>
        </pc:spChg>
        <pc:spChg chg="mod">
          <ac:chgData name="Jonghwan Oh (KR - ADVS)" userId="5a50b40a-0cfc-4891-b9de-b430b32d4420" providerId="ADAL" clId="{9D92645F-ED7D-4465-AAFE-794157FC91F4}" dt="2026-03-23T04:38:37.597" v="2135" actId="6549"/>
          <ac:spMkLst>
            <pc:docMk/>
            <pc:sldMk cId="709355634" sldId="2147481836"/>
            <ac:spMk id="210" creationId="{4A3F66FC-FA40-C09A-DC4E-0604025D80A5}"/>
          </ac:spMkLst>
        </pc:spChg>
        <pc:spChg chg="mod">
          <ac:chgData name="Jonghwan Oh (KR - ADVS)" userId="5a50b40a-0cfc-4891-b9de-b430b32d4420" providerId="ADAL" clId="{9D92645F-ED7D-4465-AAFE-794157FC91F4}" dt="2026-03-23T04:38:39.308" v="2136" actId="6549"/>
          <ac:spMkLst>
            <pc:docMk/>
            <pc:sldMk cId="709355634" sldId="2147481836"/>
            <ac:spMk id="211" creationId="{4F3C9BF2-35EF-3056-3E3A-B81303CEF62F}"/>
          </ac:spMkLst>
        </pc:spChg>
        <pc:spChg chg="mod">
          <ac:chgData name="Jonghwan Oh (KR - ADVS)" userId="5a50b40a-0cfc-4891-b9de-b430b32d4420" providerId="ADAL" clId="{9D92645F-ED7D-4465-AAFE-794157FC91F4}" dt="2026-03-23T04:38:28.641" v="2131" actId="6549"/>
          <ac:spMkLst>
            <pc:docMk/>
            <pc:sldMk cId="709355634" sldId="2147481836"/>
            <ac:spMk id="212" creationId="{59F507A1-8BEC-4550-F6DA-F1828074FCC3}"/>
          </ac:spMkLst>
        </pc:spChg>
        <pc:spChg chg="mod">
          <ac:chgData name="Jonghwan Oh (KR - ADVS)" userId="5a50b40a-0cfc-4891-b9de-b430b32d4420" providerId="ADAL" clId="{9D92645F-ED7D-4465-AAFE-794157FC91F4}" dt="2026-03-23T04:38:25.540" v="2129" actId="6549"/>
          <ac:spMkLst>
            <pc:docMk/>
            <pc:sldMk cId="709355634" sldId="2147481836"/>
            <ac:spMk id="217" creationId="{3E249685-663D-2EE3-91E2-6EE605F2FD28}"/>
          </ac:spMkLst>
        </pc:spChg>
        <pc:spChg chg="mod">
          <ac:chgData name="Jonghwan Oh (KR - ADVS)" userId="5a50b40a-0cfc-4891-b9de-b430b32d4420" providerId="ADAL" clId="{9D92645F-ED7D-4465-AAFE-794157FC91F4}" dt="2026-03-23T04:38:24.122" v="2128" actId="6549"/>
          <ac:spMkLst>
            <pc:docMk/>
            <pc:sldMk cId="709355634" sldId="2147481836"/>
            <ac:spMk id="219" creationId="{BA1F028D-4B16-C0A1-D0EA-F8A1E8F33F35}"/>
          </ac:spMkLst>
        </pc:spChg>
        <pc:spChg chg="mod">
          <ac:chgData name="Jonghwan Oh (KR - ADVS)" userId="5a50b40a-0cfc-4891-b9de-b430b32d4420" providerId="ADAL" clId="{9D92645F-ED7D-4465-AAFE-794157FC91F4}" dt="2026-03-23T04:38:26.778" v="2130" actId="6549"/>
          <ac:spMkLst>
            <pc:docMk/>
            <pc:sldMk cId="709355634" sldId="2147481836"/>
            <ac:spMk id="221" creationId="{7A7C8D3A-C8E6-A1F4-187F-9BAA428B868F}"/>
          </ac:spMkLst>
        </pc:spChg>
        <pc:spChg chg="mod">
          <ac:chgData name="Jonghwan Oh (KR - ADVS)" userId="5a50b40a-0cfc-4891-b9de-b430b32d4420" providerId="ADAL" clId="{9D92645F-ED7D-4465-AAFE-794157FC91F4}" dt="2026-03-23T04:38:22.660" v="2127" actId="6549"/>
          <ac:spMkLst>
            <pc:docMk/>
            <pc:sldMk cId="709355634" sldId="2147481836"/>
            <ac:spMk id="223" creationId="{04AF0D6D-8E00-6258-C7C0-3D2508994F0B}"/>
          </ac:spMkLst>
        </pc:spChg>
        <pc:spChg chg="mod">
          <ac:chgData name="Jonghwan Oh (KR - ADVS)" userId="5a50b40a-0cfc-4891-b9de-b430b32d4420" providerId="ADAL" clId="{9D92645F-ED7D-4465-AAFE-794157FC91F4}" dt="2026-03-23T04:38:21.311" v="2126" actId="6549"/>
          <ac:spMkLst>
            <pc:docMk/>
            <pc:sldMk cId="709355634" sldId="2147481836"/>
            <ac:spMk id="225" creationId="{29C7B777-63B5-A7C8-12B1-890F26FED3E1}"/>
          </ac:spMkLst>
        </pc:spChg>
      </pc:sldChg>
      <pc:sldChg chg="add del">
        <pc:chgData name="Jonghwan Oh (KR - ADVS)" userId="5a50b40a-0cfc-4891-b9de-b430b32d4420" providerId="ADAL" clId="{9D92645F-ED7D-4465-AAFE-794157FC91F4}" dt="2026-03-23T04:39:41.271" v="2150" actId="47"/>
        <pc:sldMkLst>
          <pc:docMk/>
          <pc:sldMk cId="3664681904" sldId="2147481837"/>
        </pc:sldMkLst>
      </pc:sldChg>
      <pc:sldChg chg="add del">
        <pc:chgData name="Jonghwan Oh (KR - ADVS)" userId="5a50b40a-0cfc-4891-b9de-b430b32d4420" providerId="ADAL" clId="{9D92645F-ED7D-4465-AAFE-794157FC91F4}" dt="2026-03-23T04:39:41.271" v="2150" actId="47"/>
        <pc:sldMkLst>
          <pc:docMk/>
          <pc:sldMk cId="2129529582" sldId="2147481838"/>
        </pc:sldMkLst>
      </pc:sldChg>
      <pc:sldChg chg="add del">
        <pc:chgData name="Jonghwan Oh (KR - ADVS)" userId="5a50b40a-0cfc-4891-b9de-b430b32d4420" providerId="ADAL" clId="{9D92645F-ED7D-4465-AAFE-794157FC91F4}" dt="2026-03-23T04:39:41.271" v="2150" actId="47"/>
        <pc:sldMkLst>
          <pc:docMk/>
          <pc:sldMk cId="3774552307" sldId="2147481839"/>
        </pc:sldMkLst>
      </pc:sldChg>
      <pc:sldChg chg="add del">
        <pc:chgData name="Jonghwan Oh (KR - ADVS)" userId="5a50b40a-0cfc-4891-b9de-b430b32d4420" providerId="ADAL" clId="{9D92645F-ED7D-4465-AAFE-794157FC91F4}" dt="2026-03-23T04:39:41.271" v="2150" actId="47"/>
        <pc:sldMkLst>
          <pc:docMk/>
          <pc:sldMk cId="1977950477" sldId="2147481840"/>
        </pc:sldMkLst>
      </pc:sldChg>
      <pc:sldChg chg="addSp delSp modSp mod">
        <pc:chgData name="Jonghwan Oh (KR - ADVS)" userId="5a50b40a-0cfc-4891-b9de-b430b32d4420" providerId="ADAL" clId="{9D92645F-ED7D-4465-AAFE-794157FC91F4}" dt="2026-03-23T04:39:12.821" v="2149"/>
        <pc:sldMkLst>
          <pc:docMk/>
          <pc:sldMk cId="2950225809" sldId="2147481841"/>
        </pc:sldMkLst>
        <pc:spChg chg="mod">
          <ac:chgData name="Jonghwan Oh (KR - ADVS)" userId="5a50b40a-0cfc-4891-b9de-b430b32d4420" providerId="ADAL" clId="{9D92645F-ED7D-4465-AAFE-794157FC91F4}" dt="2026-03-23T04:39:09.989" v="2147"/>
          <ac:spMkLst>
            <pc:docMk/>
            <pc:sldMk cId="2950225809" sldId="2147481841"/>
            <ac:spMk id="10" creationId="{435C4ACD-901B-2317-B315-CC4814A83246}"/>
          </ac:spMkLst>
        </pc:spChg>
        <pc:spChg chg="mod">
          <ac:chgData name="Jonghwan Oh (KR - ADVS)" userId="5a50b40a-0cfc-4891-b9de-b430b32d4420" providerId="ADAL" clId="{9D92645F-ED7D-4465-AAFE-794157FC91F4}" dt="2026-03-23T04:39:09.989" v="2147"/>
          <ac:spMkLst>
            <pc:docMk/>
            <pc:sldMk cId="2950225809" sldId="2147481841"/>
            <ac:spMk id="21" creationId="{08CE5CC6-2C21-86C3-33C7-E79607BF9068}"/>
          </ac:spMkLst>
        </pc:spChg>
        <pc:spChg chg="mod">
          <ac:chgData name="Jonghwan Oh (KR - ADVS)" userId="5a50b40a-0cfc-4891-b9de-b430b32d4420" providerId="ADAL" clId="{9D92645F-ED7D-4465-AAFE-794157FC91F4}" dt="2026-03-23T04:39:09.989" v="2147"/>
          <ac:spMkLst>
            <pc:docMk/>
            <pc:sldMk cId="2950225809" sldId="2147481841"/>
            <ac:spMk id="22" creationId="{CFBB5071-2172-8E3F-1DF0-4648BEB57FA3}"/>
          </ac:spMkLst>
        </pc:spChg>
        <pc:spChg chg="mod">
          <ac:chgData name="Jonghwan Oh (KR - ADVS)" userId="5a50b40a-0cfc-4891-b9de-b430b32d4420" providerId="ADAL" clId="{9D92645F-ED7D-4465-AAFE-794157FC91F4}" dt="2026-03-23T04:39:09.989" v="2147"/>
          <ac:spMkLst>
            <pc:docMk/>
            <pc:sldMk cId="2950225809" sldId="2147481841"/>
            <ac:spMk id="23" creationId="{80D1074A-2791-9194-28BA-26A436247CFB}"/>
          </ac:spMkLst>
        </pc:spChg>
        <pc:spChg chg="mod">
          <ac:chgData name="Jonghwan Oh (KR - ADVS)" userId="5a50b40a-0cfc-4891-b9de-b430b32d4420" providerId="ADAL" clId="{9D92645F-ED7D-4465-AAFE-794157FC91F4}" dt="2026-03-23T04:39:09.989" v="2147"/>
          <ac:spMkLst>
            <pc:docMk/>
            <pc:sldMk cId="2950225809" sldId="2147481841"/>
            <ac:spMk id="24" creationId="{9E762EB6-CEF8-69F6-5FCF-9ADBA6ADB5D2}"/>
          </ac:spMkLst>
        </pc:spChg>
        <pc:spChg chg="del">
          <ac:chgData name="Jonghwan Oh (KR - ADVS)" userId="5a50b40a-0cfc-4891-b9de-b430b32d4420" providerId="ADAL" clId="{9D92645F-ED7D-4465-AAFE-794157FC91F4}" dt="2026-03-23T04:39:12.440" v="2148" actId="478"/>
          <ac:spMkLst>
            <pc:docMk/>
            <pc:sldMk cId="2950225809" sldId="2147481841"/>
            <ac:spMk id="25" creationId="{B80AE69A-859E-803B-82C6-211C5E4C44E8}"/>
          </ac:spMkLst>
        </pc:spChg>
        <pc:spChg chg="mod">
          <ac:chgData name="Jonghwan Oh (KR - ADVS)" userId="5a50b40a-0cfc-4891-b9de-b430b32d4420" providerId="ADAL" clId="{9D92645F-ED7D-4465-AAFE-794157FC91F4}" dt="2026-03-23T04:39:09.989" v="2147"/>
          <ac:spMkLst>
            <pc:docMk/>
            <pc:sldMk cId="2950225809" sldId="2147481841"/>
            <ac:spMk id="34" creationId="{EA36DF91-E583-BD06-A5EC-CA710B8C2B13}"/>
          </ac:spMkLst>
        </pc:spChg>
        <pc:spChg chg="mod">
          <ac:chgData name="Jonghwan Oh (KR - ADVS)" userId="5a50b40a-0cfc-4891-b9de-b430b32d4420" providerId="ADAL" clId="{9D92645F-ED7D-4465-AAFE-794157FC91F4}" dt="2026-03-23T04:39:09.989" v="2147"/>
          <ac:spMkLst>
            <pc:docMk/>
            <pc:sldMk cId="2950225809" sldId="2147481841"/>
            <ac:spMk id="57" creationId="{78933740-CC1E-FD7A-4E2F-E0B6705B6095}"/>
          </ac:spMkLst>
        </pc:spChg>
        <pc:spChg chg="mod">
          <ac:chgData name="Jonghwan Oh (KR - ADVS)" userId="5a50b40a-0cfc-4891-b9de-b430b32d4420" providerId="ADAL" clId="{9D92645F-ED7D-4465-AAFE-794157FC91F4}" dt="2026-03-23T04:39:09.989" v="2147"/>
          <ac:spMkLst>
            <pc:docMk/>
            <pc:sldMk cId="2950225809" sldId="2147481841"/>
            <ac:spMk id="59" creationId="{5C335D65-70F0-1D8F-18BA-DBA12A019398}"/>
          </ac:spMkLst>
        </pc:spChg>
        <pc:spChg chg="mod">
          <ac:chgData name="Jonghwan Oh (KR - ADVS)" userId="5a50b40a-0cfc-4891-b9de-b430b32d4420" providerId="ADAL" clId="{9D92645F-ED7D-4465-AAFE-794157FC91F4}" dt="2026-03-23T04:39:09.989" v="2147"/>
          <ac:spMkLst>
            <pc:docMk/>
            <pc:sldMk cId="2950225809" sldId="2147481841"/>
            <ac:spMk id="131" creationId="{DCFC1397-6170-8A8A-DEEC-9EF20B4E7244}"/>
          </ac:spMkLst>
        </pc:spChg>
        <pc:spChg chg="mod">
          <ac:chgData name="Jonghwan Oh (KR - ADVS)" userId="5a50b40a-0cfc-4891-b9de-b430b32d4420" providerId="ADAL" clId="{9D92645F-ED7D-4465-AAFE-794157FC91F4}" dt="2026-03-23T04:39:09.989" v="2147"/>
          <ac:spMkLst>
            <pc:docMk/>
            <pc:sldMk cId="2950225809" sldId="2147481841"/>
            <ac:spMk id="132" creationId="{11A34D9B-4A0F-5460-A037-0B77E6FAA739}"/>
          </ac:spMkLst>
        </pc:spChg>
        <pc:spChg chg="mod">
          <ac:chgData name="Jonghwan Oh (KR - ADVS)" userId="5a50b40a-0cfc-4891-b9de-b430b32d4420" providerId="ADAL" clId="{9D92645F-ED7D-4465-AAFE-794157FC91F4}" dt="2026-03-23T04:39:12.821" v="2149"/>
          <ac:spMkLst>
            <pc:docMk/>
            <pc:sldMk cId="2950225809" sldId="2147481841"/>
            <ac:spMk id="136" creationId="{CD1E7205-C05B-101F-1086-34400A852DC3}"/>
          </ac:spMkLst>
        </pc:spChg>
        <pc:spChg chg="mod">
          <ac:chgData name="Jonghwan Oh (KR - ADVS)" userId="5a50b40a-0cfc-4891-b9de-b430b32d4420" providerId="ADAL" clId="{9D92645F-ED7D-4465-AAFE-794157FC91F4}" dt="2026-03-23T04:39:12.821" v="2149"/>
          <ac:spMkLst>
            <pc:docMk/>
            <pc:sldMk cId="2950225809" sldId="2147481841"/>
            <ac:spMk id="137" creationId="{3B3CFE13-0B14-3CE1-68FF-5C3EDAF3CA88}"/>
          </ac:spMkLst>
        </pc:spChg>
        <pc:spChg chg="mod">
          <ac:chgData name="Jonghwan Oh (KR - ADVS)" userId="5a50b40a-0cfc-4891-b9de-b430b32d4420" providerId="ADAL" clId="{9D92645F-ED7D-4465-AAFE-794157FC91F4}" dt="2026-03-23T04:39:12.821" v="2149"/>
          <ac:spMkLst>
            <pc:docMk/>
            <pc:sldMk cId="2950225809" sldId="2147481841"/>
            <ac:spMk id="139" creationId="{09B7E32D-365F-142A-4BC8-F6E2F741508E}"/>
          </ac:spMkLst>
        </pc:spChg>
        <pc:spChg chg="mod">
          <ac:chgData name="Jonghwan Oh (KR - ADVS)" userId="5a50b40a-0cfc-4891-b9de-b430b32d4420" providerId="ADAL" clId="{9D92645F-ED7D-4465-AAFE-794157FC91F4}" dt="2026-03-23T04:39:12.821" v="2149"/>
          <ac:spMkLst>
            <pc:docMk/>
            <pc:sldMk cId="2950225809" sldId="2147481841"/>
            <ac:spMk id="142" creationId="{0260648A-91E8-83AD-A99B-1FEFA42EFAB1}"/>
          </ac:spMkLst>
        </pc:spChg>
        <pc:spChg chg="mod">
          <ac:chgData name="Jonghwan Oh (KR - ADVS)" userId="5a50b40a-0cfc-4891-b9de-b430b32d4420" providerId="ADAL" clId="{9D92645F-ED7D-4465-AAFE-794157FC91F4}" dt="2026-03-23T04:39:12.821" v="2149"/>
          <ac:spMkLst>
            <pc:docMk/>
            <pc:sldMk cId="2950225809" sldId="2147481841"/>
            <ac:spMk id="143" creationId="{D800FA47-E801-6199-7F93-BF24670EA9C1}"/>
          </ac:spMkLst>
        </pc:spChg>
        <pc:spChg chg="mod">
          <ac:chgData name="Jonghwan Oh (KR - ADVS)" userId="5a50b40a-0cfc-4891-b9de-b430b32d4420" providerId="ADAL" clId="{9D92645F-ED7D-4465-AAFE-794157FC91F4}" dt="2026-03-23T04:39:12.821" v="2149"/>
          <ac:spMkLst>
            <pc:docMk/>
            <pc:sldMk cId="2950225809" sldId="2147481841"/>
            <ac:spMk id="144" creationId="{34E41050-67A0-032F-91D0-B2AD622838C9}"/>
          </ac:spMkLst>
        </pc:spChg>
        <pc:spChg chg="mod">
          <ac:chgData name="Jonghwan Oh (KR - ADVS)" userId="5a50b40a-0cfc-4891-b9de-b430b32d4420" providerId="ADAL" clId="{9D92645F-ED7D-4465-AAFE-794157FC91F4}" dt="2026-03-23T04:39:12.821" v="2149"/>
          <ac:spMkLst>
            <pc:docMk/>
            <pc:sldMk cId="2950225809" sldId="2147481841"/>
            <ac:spMk id="145" creationId="{7170D6FB-7138-3B35-2697-9A2F5A049F1D}"/>
          </ac:spMkLst>
        </pc:spChg>
        <pc:spChg chg="mod">
          <ac:chgData name="Jonghwan Oh (KR - ADVS)" userId="5a50b40a-0cfc-4891-b9de-b430b32d4420" providerId="ADAL" clId="{9D92645F-ED7D-4465-AAFE-794157FC91F4}" dt="2026-03-23T04:39:12.821" v="2149"/>
          <ac:spMkLst>
            <pc:docMk/>
            <pc:sldMk cId="2950225809" sldId="2147481841"/>
            <ac:spMk id="148" creationId="{A30D7FB4-F056-AD7F-40B8-FB7E8ECB8672}"/>
          </ac:spMkLst>
        </pc:spChg>
        <pc:spChg chg="mod">
          <ac:chgData name="Jonghwan Oh (KR - ADVS)" userId="5a50b40a-0cfc-4891-b9de-b430b32d4420" providerId="ADAL" clId="{9D92645F-ED7D-4465-AAFE-794157FC91F4}" dt="2026-03-23T04:39:12.821" v="2149"/>
          <ac:spMkLst>
            <pc:docMk/>
            <pc:sldMk cId="2950225809" sldId="2147481841"/>
            <ac:spMk id="157" creationId="{6F6EADBD-7DC9-82CB-3CE2-AA300311F3CC}"/>
          </ac:spMkLst>
        </pc:spChg>
        <pc:spChg chg="mod">
          <ac:chgData name="Jonghwan Oh (KR - ADVS)" userId="5a50b40a-0cfc-4891-b9de-b430b32d4420" providerId="ADAL" clId="{9D92645F-ED7D-4465-AAFE-794157FC91F4}" dt="2026-03-23T04:39:12.821" v="2149"/>
          <ac:spMkLst>
            <pc:docMk/>
            <pc:sldMk cId="2950225809" sldId="2147481841"/>
            <ac:spMk id="166" creationId="{F38ACC93-F794-589B-788C-75E50A39E250}"/>
          </ac:spMkLst>
        </pc:spChg>
      </pc:sldChg>
      <pc:sldChg chg="addSp delSp modSp add del mod">
        <pc:chgData name="Jonghwan Oh (KR - ADVS)" userId="5a50b40a-0cfc-4891-b9de-b430b32d4420" providerId="ADAL" clId="{9D92645F-ED7D-4465-AAFE-794157FC91F4}" dt="2026-03-23T04:39:41.271" v="2150" actId="47"/>
        <pc:sldMkLst>
          <pc:docMk/>
          <pc:sldMk cId="2038082636" sldId="2147481842"/>
        </pc:sldMkLst>
      </pc:sldChg>
      <pc:sldChg chg="modSp add del mod">
        <pc:chgData name="Jonghwan Oh (KR - ADVS)" userId="5a50b40a-0cfc-4891-b9de-b430b32d4420" providerId="ADAL" clId="{9D92645F-ED7D-4465-AAFE-794157FC91F4}" dt="2026-03-23T04:39:41.271" v="2150" actId="47"/>
        <pc:sldMkLst>
          <pc:docMk/>
          <pc:sldMk cId="2968809236" sldId="2147481843"/>
        </pc:sldMkLst>
      </pc:sldChg>
      <pc:sldChg chg="addSp modSp add del mod">
        <pc:chgData name="Jonghwan Oh (KR - ADVS)" userId="5a50b40a-0cfc-4891-b9de-b430b32d4420" providerId="ADAL" clId="{9D92645F-ED7D-4465-AAFE-794157FC91F4}" dt="2026-03-23T04:39:41.271" v="2150" actId="47"/>
        <pc:sldMkLst>
          <pc:docMk/>
          <pc:sldMk cId="838117437" sldId="2147481844"/>
        </pc:sldMkLst>
        <pc:spChg chg="mod">
          <ac:chgData name="Jonghwan Oh (KR - ADVS)" userId="5a50b40a-0cfc-4891-b9de-b430b32d4420" providerId="ADAL" clId="{9D92645F-ED7D-4465-AAFE-794157FC91F4}" dt="2026-03-23T04:38:02.360" v="2119" actId="164"/>
          <ac:spMkLst>
            <pc:docMk/>
            <pc:sldMk cId="838117437" sldId="2147481844"/>
            <ac:spMk id="56" creationId="{23E3EBA0-A278-1366-A10A-21E24BAE14EB}"/>
          </ac:spMkLst>
        </pc:spChg>
        <pc:spChg chg="mod">
          <ac:chgData name="Jonghwan Oh (KR - ADVS)" userId="5a50b40a-0cfc-4891-b9de-b430b32d4420" providerId="ADAL" clId="{9D92645F-ED7D-4465-AAFE-794157FC91F4}" dt="2026-03-23T04:38:02.360" v="2119" actId="164"/>
          <ac:spMkLst>
            <pc:docMk/>
            <pc:sldMk cId="838117437" sldId="2147481844"/>
            <ac:spMk id="131" creationId="{EEC964C5-3FAD-58C8-5D5E-392A20A619EE}"/>
          </ac:spMkLst>
        </pc:spChg>
        <pc:spChg chg="mod">
          <ac:chgData name="Jonghwan Oh (KR - ADVS)" userId="5a50b40a-0cfc-4891-b9de-b430b32d4420" providerId="ADAL" clId="{9D92645F-ED7D-4465-AAFE-794157FC91F4}" dt="2026-03-23T04:38:02.360" v="2119" actId="164"/>
          <ac:spMkLst>
            <pc:docMk/>
            <pc:sldMk cId="838117437" sldId="2147481844"/>
            <ac:spMk id="206" creationId="{10301B2D-8E31-FA48-2851-3CE719C39936}"/>
          </ac:spMkLst>
        </pc:spChg>
        <pc:spChg chg="mod">
          <ac:chgData name="Jonghwan Oh (KR - ADVS)" userId="5a50b40a-0cfc-4891-b9de-b430b32d4420" providerId="ADAL" clId="{9D92645F-ED7D-4465-AAFE-794157FC91F4}" dt="2026-03-23T04:38:02.360" v="2119" actId="164"/>
          <ac:spMkLst>
            <pc:docMk/>
            <pc:sldMk cId="838117437" sldId="2147481844"/>
            <ac:spMk id="207" creationId="{DB0AFDF6-8459-B57D-AF20-3EFF9A989F3C}"/>
          </ac:spMkLst>
        </pc:spChg>
        <pc:spChg chg="mod">
          <ac:chgData name="Jonghwan Oh (KR - ADVS)" userId="5a50b40a-0cfc-4891-b9de-b430b32d4420" providerId="ADAL" clId="{9D92645F-ED7D-4465-AAFE-794157FC91F4}" dt="2026-03-23T04:38:02.360" v="2119" actId="164"/>
          <ac:spMkLst>
            <pc:docMk/>
            <pc:sldMk cId="838117437" sldId="2147481844"/>
            <ac:spMk id="208" creationId="{C0367B25-E914-884F-AD08-FB1BB12EDDA7}"/>
          </ac:spMkLst>
        </pc:spChg>
        <pc:spChg chg="mod">
          <ac:chgData name="Jonghwan Oh (KR - ADVS)" userId="5a50b40a-0cfc-4891-b9de-b430b32d4420" providerId="ADAL" clId="{9D92645F-ED7D-4465-AAFE-794157FC91F4}" dt="2026-03-23T04:38:02.360" v="2119" actId="164"/>
          <ac:spMkLst>
            <pc:docMk/>
            <pc:sldMk cId="838117437" sldId="2147481844"/>
            <ac:spMk id="209" creationId="{2378A6AF-DF9D-FF2F-82F4-166E1FD826CC}"/>
          </ac:spMkLst>
        </pc:spChg>
        <pc:spChg chg="mod">
          <ac:chgData name="Jonghwan Oh (KR - ADVS)" userId="5a50b40a-0cfc-4891-b9de-b430b32d4420" providerId="ADAL" clId="{9D92645F-ED7D-4465-AAFE-794157FC91F4}" dt="2026-03-23T04:38:02.360" v="2119" actId="164"/>
          <ac:spMkLst>
            <pc:docMk/>
            <pc:sldMk cId="838117437" sldId="2147481844"/>
            <ac:spMk id="210" creationId="{AA5835F2-6743-6CB6-F517-6A59B34C10FB}"/>
          </ac:spMkLst>
        </pc:spChg>
        <pc:spChg chg="mod">
          <ac:chgData name="Jonghwan Oh (KR - ADVS)" userId="5a50b40a-0cfc-4891-b9de-b430b32d4420" providerId="ADAL" clId="{9D92645F-ED7D-4465-AAFE-794157FC91F4}" dt="2026-03-23T04:38:02.360" v="2119" actId="164"/>
          <ac:spMkLst>
            <pc:docMk/>
            <pc:sldMk cId="838117437" sldId="2147481844"/>
            <ac:spMk id="212" creationId="{F08F1F10-A21B-F812-961D-88EB7CB26890}"/>
          </ac:spMkLst>
        </pc:spChg>
        <pc:spChg chg="mod">
          <ac:chgData name="Jonghwan Oh (KR - ADVS)" userId="5a50b40a-0cfc-4891-b9de-b430b32d4420" providerId="ADAL" clId="{9D92645F-ED7D-4465-AAFE-794157FC91F4}" dt="2026-03-23T04:38:13.814" v="2121" actId="164"/>
          <ac:spMkLst>
            <pc:docMk/>
            <pc:sldMk cId="838117437" sldId="2147481844"/>
            <ac:spMk id="213" creationId="{B10E8D6D-1277-9B2D-1320-BC05E7EF26BA}"/>
          </ac:spMkLst>
        </pc:spChg>
        <pc:spChg chg="mod">
          <ac:chgData name="Jonghwan Oh (KR - ADVS)" userId="5a50b40a-0cfc-4891-b9de-b430b32d4420" providerId="ADAL" clId="{9D92645F-ED7D-4465-AAFE-794157FC91F4}" dt="2026-03-23T04:38:13.814" v="2121" actId="164"/>
          <ac:spMkLst>
            <pc:docMk/>
            <pc:sldMk cId="838117437" sldId="2147481844"/>
            <ac:spMk id="214" creationId="{BEC2F29E-60CD-A096-1B25-3D04488774A8}"/>
          </ac:spMkLst>
        </pc:spChg>
        <pc:spChg chg="mod">
          <ac:chgData name="Jonghwan Oh (KR - ADVS)" userId="5a50b40a-0cfc-4891-b9de-b430b32d4420" providerId="ADAL" clId="{9D92645F-ED7D-4465-AAFE-794157FC91F4}" dt="2026-03-23T04:38:13.814" v="2121" actId="164"/>
          <ac:spMkLst>
            <pc:docMk/>
            <pc:sldMk cId="838117437" sldId="2147481844"/>
            <ac:spMk id="215" creationId="{74630BD1-1A80-C48F-44E2-FD58BF504DFD}"/>
          </ac:spMkLst>
        </pc:spChg>
        <pc:spChg chg="mod">
          <ac:chgData name="Jonghwan Oh (KR - ADVS)" userId="5a50b40a-0cfc-4891-b9de-b430b32d4420" providerId="ADAL" clId="{9D92645F-ED7D-4465-AAFE-794157FC91F4}" dt="2026-03-23T04:38:13.814" v="2121" actId="164"/>
          <ac:spMkLst>
            <pc:docMk/>
            <pc:sldMk cId="838117437" sldId="2147481844"/>
            <ac:spMk id="216" creationId="{1060658B-70D1-75D0-6150-EC45B68EBB5D}"/>
          </ac:spMkLst>
        </pc:spChg>
        <pc:spChg chg="mod">
          <ac:chgData name="Jonghwan Oh (KR - ADVS)" userId="5a50b40a-0cfc-4891-b9de-b430b32d4420" providerId="ADAL" clId="{9D92645F-ED7D-4465-AAFE-794157FC91F4}" dt="2026-03-23T04:38:02.360" v="2119" actId="164"/>
          <ac:spMkLst>
            <pc:docMk/>
            <pc:sldMk cId="838117437" sldId="2147481844"/>
            <ac:spMk id="235" creationId="{D832FC13-9616-512D-913D-258A0AE21616}"/>
          </ac:spMkLst>
        </pc:spChg>
        <pc:spChg chg="mod">
          <ac:chgData name="Jonghwan Oh (KR - ADVS)" userId="5a50b40a-0cfc-4891-b9de-b430b32d4420" providerId="ADAL" clId="{9D92645F-ED7D-4465-AAFE-794157FC91F4}" dt="2026-03-23T04:38:02.360" v="2119" actId="164"/>
          <ac:spMkLst>
            <pc:docMk/>
            <pc:sldMk cId="838117437" sldId="2147481844"/>
            <ac:spMk id="492" creationId="{E344F001-540C-1388-9A8E-5E1470D09201}"/>
          </ac:spMkLst>
        </pc:spChg>
        <pc:grpChg chg="mod">
          <ac:chgData name="Jonghwan Oh (KR - ADVS)" userId="5a50b40a-0cfc-4891-b9de-b430b32d4420" providerId="ADAL" clId="{9D92645F-ED7D-4465-AAFE-794157FC91F4}" dt="2026-03-23T04:38:13.814" v="2121" actId="164"/>
          <ac:grpSpMkLst>
            <pc:docMk/>
            <pc:sldMk cId="838117437" sldId="2147481844"/>
            <ac:grpSpMk id="29" creationId="{BFDFFFAF-D3D5-FD88-52ED-C1AB99C2DF80}"/>
          </ac:grpSpMkLst>
        </pc:grpChg>
        <pc:grpChg chg="add mod">
          <ac:chgData name="Jonghwan Oh (KR - ADVS)" userId="5a50b40a-0cfc-4891-b9de-b430b32d4420" providerId="ADAL" clId="{9D92645F-ED7D-4465-AAFE-794157FC91F4}" dt="2026-03-23T04:38:13.814" v="2121" actId="164"/>
          <ac:grpSpMkLst>
            <pc:docMk/>
            <pc:sldMk cId="838117437" sldId="2147481844"/>
            <ac:grpSpMk id="32" creationId="{690353BC-39DE-2B00-2CD7-69598690BA6D}"/>
          </ac:grpSpMkLst>
        </pc:grpChg>
      </pc:sldChg>
      <pc:sldChg chg="addSp delSp modSp add del mod">
        <pc:chgData name="Jonghwan Oh (KR - ADVS)" userId="5a50b40a-0cfc-4891-b9de-b430b32d4420" providerId="ADAL" clId="{9D92645F-ED7D-4465-AAFE-794157FC91F4}" dt="2026-03-23T04:39:47.894" v="2151" actId="47"/>
        <pc:sldMkLst>
          <pc:docMk/>
          <pc:sldMk cId="2919661513" sldId="214748184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40AB034-BBCA-42DD-8ACD-42D8C3BA084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>
              <a:latin typeface="Noto Sans" panose="020B0502040504020204" pitchFamily="34" charset="0"/>
              <a:ea typeface="Noto Sans KR" panose="020B0200000000000000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A8E569-20D7-401E-8ACB-7108572B13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6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00A054-A143-4CAB-8CB0-9098FEC73E98}" type="datetimeFigureOut">
              <a:rPr lang="ko-KR" altLang="en-US" smtClean="0">
                <a:latin typeface="Noto Sans" panose="020B0502040504020204" pitchFamily="34" charset="0"/>
                <a:ea typeface="Noto Sans KR" panose="020B0200000000000000" pitchFamily="50" charset="-127"/>
              </a:rPr>
              <a:t>2026-03-23</a:t>
            </a:fld>
            <a:endParaRPr lang="ko-KR" altLang="en-US">
              <a:latin typeface="Noto Sans" panose="020B0502040504020204" pitchFamily="34" charset="0"/>
              <a:ea typeface="Noto Sans KR" panose="020B0200000000000000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BCDC6B-5B0C-4C6F-A691-B77815F783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" y="9428588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>
              <a:latin typeface="Noto Sans" panose="020B0502040504020204" pitchFamily="34" charset="0"/>
              <a:ea typeface="Noto Sans KR" panose="020B0200000000000000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D2FB4D-BA02-464A-B568-533E4BB22B9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6" y="9428588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97BD6-08B7-4A96-9880-4463B686BBE9}" type="slidenum">
              <a:rPr lang="ko-KR" altLang="en-US" smtClean="0">
                <a:latin typeface="Noto Sans" panose="020B0502040504020204" pitchFamily="34" charset="0"/>
                <a:ea typeface="Noto Sans KR" panose="020B0200000000000000" pitchFamily="50" charset="-127"/>
              </a:rPr>
              <a:t>‹#›</a:t>
            </a:fld>
            <a:endParaRPr lang="ko-KR" altLang="en-US">
              <a:latin typeface="Noto Sans" panose="020B0502040504020204" pitchFamily="34" charset="0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363887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2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 panose="020B0502040504020204" pitchFamily="34" charset="0"/>
                <a:ea typeface="Noto Sans KR" panose="020B0200000000000000" pitchFamily="50" charset="-127"/>
                <a:cs typeface="+mn-cs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6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 panose="020B0502040504020204" pitchFamily="34" charset="0"/>
                <a:ea typeface="Noto Sans KR" panose="020B0200000000000000" pitchFamily="50" charset="-127"/>
                <a:cs typeface="+mn-cs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ko-KR" altLang="en-US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6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" y="9428587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 panose="020B0502040504020204" pitchFamily="34" charset="0"/>
                <a:ea typeface="Noto Sans KR" panose="020B0200000000000000" pitchFamily="50" charset="-127"/>
                <a:cs typeface="+mn-cs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ko-KR" altLang="en-US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6" y="9428587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>
              <a:defRPr>
                <a:latin typeface="Noto Sans" panose="020B0502040504020204" pitchFamily="34" charset="0"/>
                <a:ea typeface="+mn-ea"/>
                <a:cs typeface="+mn-cs"/>
              </a:defRPr>
            </a:lvl1pPr>
          </a:lstStyle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</a:rPr>
              <a:pPr algn="r"/>
              <a:t>‹#›</a:t>
            </a:fld>
            <a:endParaRPr lang="en-US" sz="1200">
              <a:solidFill>
                <a:schemeClr val="dk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Noto Sans KR" panose="020B0200000000000000" pitchFamily="50" charset="-127"/>
        <a:ea typeface="Noto Sans KR" panose="020B0200000000000000" pitchFamily="50" charset="-127"/>
        <a:cs typeface="+mn-cs"/>
        <a:sym typeface="Arial"/>
      </a:defRPr>
    </a:lvl1pPr>
  </p:notesStyle>
  <p:extLst>
    <p:ext uri="{620B2872-D7B9-4A21-9093-7833F8D536E1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Noto Sans" panose="020B0502040504020204" pitchFamily="34" charset="0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4848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</a:rPr>
              <a:pPr algn="r"/>
              <a:t>1</a:t>
            </a:fld>
            <a:endParaRPr lang="en-US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010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5.emf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Solid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등대, 하늘, 밤, 빛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3A6C3A-8764-071F-DDB8-DB8C0ECADD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963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mpersand">
            <a:extLst>
              <a:ext uri="{FF2B5EF4-FFF2-40B4-BE49-F238E27FC236}">
                <a16:creationId xmlns:a16="http://schemas.microsoft.com/office/drawing/2014/main" id="{D2C18545-F3C8-CF6F-E1AE-7B28A6CCDAB3}"/>
              </a:ext>
            </a:extLst>
          </p:cNvPr>
          <p:cNvSpPr>
            <a:spLocks noChangeAspect="1" noEditPoints="1"/>
          </p:cNvSpPr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T0" fmla="*/ 22866 w 25599"/>
              <a:gd name="T1" fmla="*/ 1924 h 14399"/>
              <a:gd name="T2" fmla="*/ 22866 w 25599"/>
              <a:gd name="T3" fmla="*/ 1924 h 14399"/>
              <a:gd name="T4" fmla="*/ 19917 w 25599"/>
              <a:gd name="T5" fmla="*/ 6285 h 14399"/>
              <a:gd name="T6" fmla="*/ 22320 w 25599"/>
              <a:gd name="T7" fmla="*/ 9383 h 14399"/>
              <a:gd name="T8" fmla="*/ 25599 w 25599"/>
              <a:gd name="T9" fmla="*/ 6702 h 14399"/>
              <a:gd name="T10" fmla="*/ 25599 w 25599"/>
              <a:gd name="T11" fmla="*/ 0 h 14399"/>
              <a:gd name="T12" fmla="*/ 22444 w 25599"/>
              <a:gd name="T13" fmla="*/ 0 h 14399"/>
              <a:gd name="T14" fmla="*/ 22866 w 25599"/>
              <a:gd name="T15" fmla="*/ 1924 h 14399"/>
              <a:gd name="T16" fmla="*/ 22135 w 25599"/>
              <a:gd name="T17" fmla="*/ 14399 h 14399"/>
              <a:gd name="T18" fmla="*/ 22135 w 25599"/>
              <a:gd name="T19" fmla="*/ 14399 h 14399"/>
              <a:gd name="T20" fmla="*/ 21685 w 25599"/>
              <a:gd name="T21" fmla="*/ 13829 h 14399"/>
              <a:gd name="T22" fmla="*/ 20931 w 25599"/>
              <a:gd name="T23" fmla="*/ 14399 h 14399"/>
              <a:gd name="T24" fmla="*/ 22135 w 25599"/>
              <a:gd name="T25" fmla="*/ 14399 h 14399"/>
              <a:gd name="T26" fmla="*/ 12339 w 25599"/>
              <a:gd name="T27" fmla="*/ 10418 h 14399"/>
              <a:gd name="T28" fmla="*/ 12339 w 25599"/>
              <a:gd name="T29" fmla="*/ 10418 h 14399"/>
              <a:gd name="T30" fmla="*/ 15530 w 25599"/>
              <a:gd name="T31" fmla="*/ 5690 h 14399"/>
              <a:gd name="T32" fmla="*/ 14175 w 25599"/>
              <a:gd name="T33" fmla="*/ 2121 h 14399"/>
              <a:gd name="T34" fmla="*/ 14687 w 25599"/>
              <a:gd name="T35" fmla="*/ 0 h 14399"/>
              <a:gd name="T36" fmla="*/ 0 w 25599"/>
              <a:gd name="T37" fmla="*/ 0 h 14399"/>
              <a:gd name="T38" fmla="*/ 0 w 25599"/>
              <a:gd name="T39" fmla="*/ 14399 h 14399"/>
              <a:gd name="T40" fmla="*/ 14352 w 25599"/>
              <a:gd name="T41" fmla="*/ 14399 h 14399"/>
              <a:gd name="T42" fmla="*/ 12339 w 25599"/>
              <a:gd name="T43" fmla="*/ 10418 h 14399"/>
              <a:gd name="T44" fmla="*/ 17356 w 25599"/>
              <a:gd name="T45" fmla="*/ 2154 h 14399"/>
              <a:gd name="T46" fmla="*/ 17356 w 25599"/>
              <a:gd name="T47" fmla="*/ 2154 h 14399"/>
              <a:gd name="T48" fmla="*/ 18221 w 25599"/>
              <a:gd name="T49" fmla="*/ 4115 h 14399"/>
              <a:gd name="T50" fmla="*/ 19783 w 25599"/>
              <a:gd name="T51" fmla="*/ 2056 h 14399"/>
              <a:gd name="T52" fmla="*/ 18635 w 25599"/>
              <a:gd name="T53" fmla="*/ 744 h 14399"/>
              <a:gd name="T54" fmla="*/ 17356 w 25599"/>
              <a:gd name="T55" fmla="*/ 2154 h 14399"/>
              <a:gd name="T56" fmla="*/ 25599 w 25599"/>
              <a:gd name="T57" fmla="*/ 13611 h 14399"/>
              <a:gd name="T58" fmla="*/ 25599 w 25599"/>
              <a:gd name="T59" fmla="*/ 13611 h 14399"/>
              <a:gd name="T60" fmla="*/ 25599 w 25599"/>
              <a:gd name="T61" fmla="*/ 10608 h 14399"/>
              <a:gd name="T62" fmla="*/ 24178 w 25599"/>
              <a:gd name="T63" fmla="*/ 11778 h 14399"/>
              <a:gd name="T64" fmla="*/ 25599 w 25599"/>
              <a:gd name="T65" fmla="*/ 13611 h 14399"/>
              <a:gd name="T66" fmla="*/ 15782 w 25599"/>
              <a:gd name="T67" fmla="*/ 10320 h 14399"/>
              <a:gd name="T68" fmla="*/ 15782 w 25599"/>
              <a:gd name="T69" fmla="*/ 10320 h 14399"/>
              <a:gd name="T70" fmla="*/ 17258 w 25599"/>
              <a:gd name="T71" fmla="*/ 7991 h 14399"/>
              <a:gd name="T72" fmla="*/ 19866 w 25599"/>
              <a:gd name="T73" fmla="*/ 11388 h 14399"/>
              <a:gd name="T74" fmla="*/ 17750 w 25599"/>
              <a:gd name="T75" fmla="*/ 12254 h 14399"/>
              <a:gd name="T76" fmla="*/ 15782 w 25599"/>
              <a:gd name="T77" fmla="*/ 10320 h 143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5599" h="14399">
                <a:moveTo>
                  <a:pt x="22866" y="1924"/>
                </a:moveTo>
                <a:lnTo>
                  <a:pt x="22866" y="1924"/>
                </a:lnTo>
                <a:cubicBezTo>
                  <a:pt x="22866" y="4186"/>
                  <a:pt x="21457" y="5301"/>
                  <a:pt x="19917" y="6285"/>
                </a:cubicBezTo>
                <a:lnTo>
                  <a:pt x="22320" y="9383"/>
                </a:lnTo>
                <a:lnTo>
                  <a:pt x="25599" y="6702"/>
                </a:lnTo>
                <a:lnTo>
                  <a:pt x="25599" y="0"/>
                </a:lnTo>
                <a:lnTo>
                  <a:pt x="22444" y="0"/>
                </a:lnTo>
                <a:cubicBezTo>
                  <a:pt x="22718" y="570"/>
                  <a:pt x="22866" y="1223"/>
                  <a:pt x="22866" y="1924"/>
                </a:cubicBezTo>
                <a:close/>
                <a:moveTo>
                  <a:pt x="22135" y="14399"/>
                </a:moveTo>
                <a:lnTo>
                  <a:pt x="22135" y="14399"/>
                </a:lnTo>
                <a:lnTo>
                  <a:pt x="21685" y="13829"/>
                </a:lnTo>
                <a:cubicBezTo>
                  <a:pt x="21459" y="14020"/>
                  <a:pt x="21210" y="14215"/>
                  <a:pt x="20931" y="14399"/>
                </a:cubicBezTo>
                <a:lnTo>
                  <a:pt x="22135" y="14399"/>
                </a:lnTo>
                <a:close/>
                <a:moveTo>
                  <a:pt x="12339" y="10418"/>
                </a:moveTo>
                <a:lnTo>
                  <a:pt x="12339" y="10418"/>
                </a:lnTo>
                <a:cubicBezTo>
                  <a:pt x="12339" y="8024"/>
                  <a:pt x="13815" y="6712"/>
                  <a:pt x="15530" y="5690"/>
                </a:cubicBezTo>
                <a:cubicBezTo>
                  <a:pt x="14841" y="4779"/>
                  <a:pt x="14175" y="3740"/>
                  <a:pt x="14175" y="2121"/>
                </a:cubicBezTo>
                <a:cubicBezTo>
                  <a:pt x="14175" y="1324"/>
                  <a:pt x="14360" y="609"/>
                  <a:pt x="14687" y="0"/>
                </a:cubicBezTo>
                <a:lnTo>
                  <a:pt x="0" y="0"/>
                </a:lnTo>
                <a:lnTo>
                  <a:pt x="0" y="14399"/>
                </a:lnTo>
                <a:lnTo>
                  <a:pt x="14352" y="14399"/>
                </a:lnTo>
                <a:cubicBezTo>
                  <a:pt x="13055" y="13517"/>
                  <a:pt x="12339" y="12085"/>
                  <a:pt x="12339" y="10418"/>
                </a:cubicBezTo>
                <a:close/>
                <a:moveTo>
                  <a:pt x="17356" y="2154"/>
                </a:moveTo>
                <a:lnTo>
                  <a:pt x="17356" y="2154"/>
                </a:lnTo>
                <a:cubicBezTo>
                  <a:pt x="17356" y="2957"/>
                  <a:pt x="17728" y="3498"/>
                  <a:pt x="18221" y="4115"/>
                </a:cubicBezTo>
                <a:cubicBezTo>
                  <a:pt x="19165" y="3560"/>
                  <a:pt x="19783" y="3036"/>
                  <a:pt x="19783" y="2056"/>
                </a:cubicBezTo>
                <a:cubicBezTo>
                  <a:pt x="19783" y="1367"/>
                  <a:pt x="19422" y="744"/>
                  <a:pt x="18635" y="744"/>
                </a:cubicBezTo>
                <a:cubicBezTo>
                  <a:pt x="17881" y="744"/>
                  <a:pt x="17356" y="1301"/>
                  <a:pt x="17356" y="2154"/>
                </a:cubicBezTo>
                <a:close/>
                <a:moveTo>
                  <a:pt x="25599" y="13611"/>
                </a:moveTo>
                <a:lnTo>
                  <a:pt x="25599" y="13611"/>
                </a:lnTo>
                <a:lnTo>
                  <a:pt x="25599" y="10608"/>
                </a:lnTo>
                <a:lnTo>
                  <a:pt x="24178" y="11778"/>
                </a:lnTo>
                <a:lnTo>
                  <a:pt x="25599" y="13611"/>
                </a:lnTo>
                <a:close/>
                <a:moveTo>
                  <a:pt x="15782" y="10320"/>
                </a:moveTo>
                <a:lnTo>
                  <a:pt x="15782" y="10320"/>
                </a:lnTo>
                <a:cubicBezTo>
                  <a:pt x="15782" y="9172"/>
                  <a:pt x="16307" y="8614"/>
                  <a:pt x="17258" y="7991"/>
                </a:cubicBezTo>
                <a:lnTo>
                  <a:pt x="19866" y="11388"/>
                </a:lnTo>
                <a:cubicBezTo>
                  <a:pt x="19357" y="11795"/>
                  <a:pt x="18635" y="12254"/>
                  <a:pt x="17750" y="12254"/>
                </a:cubicBezTo>
                <a:cubicBezTo>
                  <a:pt x="16700" y="12254"/>
                  <a:pt x="15782" y="11533"/>
                  <a:pt x="15782" y="10320"/>
                </a:cubicBezTo>
                <a:close/>
              </a:path>
            </a:pathLst>
          </a:custGeom>
          <a:solidFill>
            <a:srgbClr val="000000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 KR" panose="020B0200000000000000" pitchFamily="50" charset="-127"/>
              <a:cs typeface="+mn-cs"/>
            </a:endParaRPr>
          </a:p>
        </p:txBody>
      </p:sp>
      <p:graphicFrame>
        <p:nvGraphicFramePr>
          <p:cNvPr id="6" name="개체 5" hidden="1">
            <a:extLst>
              <a:ext uri="{FF2B5EF4-FFF2-40B4-BE49-F238E27FC236}">
                <a16:creationId xmlns:a16="http://schemas.microsoft.com/office/drawing/2014/main" id="{490D90EC-BE4D-43F9-BC45-80BDE85E85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58299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592" imgH="591" progId="TCLayout.ActiveDocument.1">
                  <p:embed/>
                </p:oleObj>
              </mc:Choice>
              <mc:Fallback>
                <p:oleObj name="think-cell 슬라이드" r:id="rId4" imgW="592" imgH="591" progId="TCLayout.ActiveDocument.1">
                  <p:embed/>
                  <p:pic>
                    <p:nvPicPr>
                      <p:cNvPr id="6" name="개체 5" hidden="1">
                        <a:extLst>
                          <a:ext uri="{FF2B5EF4-FFF2-40B4-BE49-F238E27FC236}">
                            <a16:creationId xmlns:a16="http://schemas.microsoft.com/office/drawing/2014/main" id="{490D90EC-BE4D-43F9-BC45-80BDE85E85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Bar">
            <a:extLst>
              <a:ext uri="{FF2B5EF4-FFF2-40B4-BE49-F238E27FC236}">
                <a16:creationId xmlns:a16="http://schemas.microsoft.com/office/drawing/2014/main" id="{76C669D0-9BEB-F346-9B79-3726E8CF9897}"/>
              </a:ext>
            </a:extLst>
          </p:cNvPr>
          <p:cNvSpPr/>
          <p:nvPr userDrawn="1"/>
        </p:nvSpPr>
        <p:spPr bwMode="hidden">
          <a:xfrm>
            <a:off x="442912" y="1504950"/>
            <a:ext cx="5473701" cy="91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>
              <a:latin typeface="+mn-lt"/>
              <a:ea typeface="+mn-ea"/>
              <a:cs typeface="+mn-cs"/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442912" y="1733550"/>
            <a:ext cx="5473701" cy="169545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85000"/>
              </a:lnSpc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[Presentation title]</a:t>
            </a:r>
            <a:endParaRPr lang="en-GB"/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42913" y="4480560"/>
            <a:ext cx="3529012" cy="685466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9pPr>
          </a:lstStyle>
          <a:p>
            <a:r>
              <a:rPr lang="en-US"/>
              <a:t>[Prepared by </a:t>
            </a: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]</a:t>
            </a:r>
            <a:br>
              <a:rPr lang="en-US"/>
            </a:br>
            <a:r>
              <a:rPr lang="en-US"/>
              <a:t>[Month 00, 0000]</a:t>
            </a:r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0DEEA8EF-8CA3-ACE0-9383-374304EEE0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584" y="426168"/>
            <a:ext cx="800601" cy="37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Group 9">
            <a:extLst>
              <a:ext uri="{FF2B5EF4-FFF2-40B4-BE49-F238E27FC236}">
                <a16:creationId xmlns:a16="http://schemas.microsoft.com/office/drawing/2014/main" id="{F70E2C4A-9BA2-B1D1-7CDE-EB26CEA15A52}"/>
              </a:ext>
            </a:extLst>
          </p:cNvPr>
          <p:cNvGrpSpPr/>
          <p:nvPr userDrawn="1"/>
        </p:nvGrpSpPr>
        <p:grpSpPr>
          <a:xfrm>
            <a:off x="10316704" y="447592"/>
            <a:ext cx="1360635" cy="383579"/>
            <a:chOff x="3638550" y="5445125"/>
            <a:chExt cx="3849688" cy="1193801"/>
          </a:xfrm>
          <a:solidFill>
            <a:sysClr val="window" lastClr="FFFFFF"/>
          </a:solidFill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2CADC391-7640-5D81-66F4-ED96E385B1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38550" y="6369050"/>
              <a:ext cx="169863" cy="204788"/>
            </a:xfrm>
            <a:custGeom>
              <a:avLst/>
              <a:gdLst>
                <a:gd name="T0" fmla="*/ 29 w 50"/>
                <a:gd name="T1" fmla="*/ 0 h 60"/>
                <a:gd name="T2" fmla="*/ 43 w 50"/>
                <a:gd name="T3" fmla="*/ 3 h 60"/>
                <a:gd name="T4" fmla="*/ 50 w 50"/>
                <a:gd name="T5" fmla="*/ 15 h 60"/>
                <a:gd name="T6" fmla="*/ 24 w 50"/>
                <a:gd name="T7" fmla="*/ 37 h 60"/>
                <a:gd name="T8" fmla="*/ 18 w 50"/>
                <a:gd name="T9" fmla="*/ 37 h 60"/>
                <a:gd name="T10" fmla="*/ 15 w 50"/>
                <a:gd name="T11" fmla="*/ 54 h 60"/>
                <a:gd name="T12" fmla="*/ 15 w 50"/>
                <a:gd name="T13" fmla="*/ 56 h 60"/>
                <a:gd name="T14" fmla="*/ 21 w 50"/>
                <a:gd name="T15" fmla="*/ 56 h 60"/>
                <a:gd name="T16" fmla="*/ 21 w 50"/>
                <a:gd name="T17" fmla="*/ 60 h 60"/>
                <a:gd name="T18" fmla="*/ 0 w 50"/>
                <a:gd name="T19" fmla="*/ 60 h 60"/>
                <a:gd name="T20" fmla="*/ 0 w 50"/>
                <a:gd name="T21" fmla="*/ 56 h 60"/>
                <a:gd name="T22" fmla="*/ 6 w 50"/>
                <a:gd name="T23" fmla="*/ 56 h 60"/>
                <a:gd name="T24" fmla="*/ 7 w 50"/>
                <a:gd name="T25" fmla="*/ 54 h 60"/>
                <a:gd name="T26" fmla="*/ 17 w 50"/>
                <a:gd name="T27" fmla="*/ 6 h 60"/>
                <a:gd name="T28" fmla="*/ 16 w 50"/>
                <a:gd name="T29" fmla="*/ 4 h 60"/>
                <a:gd name="T30" fmla="*/ 10 w 50"/>
                <a:gd name="T31" fmla="*/ 4 h 60"/>
                <a:gd name="T32" fmla="*/ 10 w 50"/>
                <a:gd name="T33" fmla="*/ 0 h 60"/>
                <a:gd name="T34" fmla="*/ 29 w 50"/>
                <a:gd name="T35" fmla="*/ 0 h 60"/>
                <a:gd name="T36" fmla="*/ 19 w 50"/>
                <a:gd name="T37" fmla="*/ 33 h 60"/>
                <a:gd name="T38" fmla="*/ 22 w 50"/>
                <a:gd name="T39" fmla="*/ 33 h 60"/>
                <a:gd name="T40" fmla="*/ 42 w 50"/>
                <a:gd name="T41" fmla="*/ 16 h 60"/>
                <a:gd name="T42" fmla="*/ 28 w 50"/>
                <a:gd name="T43" fmla="*/ 4 h 60"/>
                <a:gd name="T44" fmla="*/ 24 w 50"/>
                <a:gd name="T45" fmla="*/ 4 h 60"/>
                <a:gd name="T46" fmla="*/ 19 w 50"/>
                <a:gd name="T47" fmla="*/ 3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0" h="60">
                  <a:moveTo>
                    <a:pt x="29" y="0"/>
                  </a:moveTo>
                  <a:cubicBezTo>
                    <a:pt x="36" y="0"/>
                    <a:pt x="40" y="1"/>
                    <a:pt x="43" y="3"/>
                  </a:cubicBezTo>
                  <a:cubicBezTo>
                    <a:pt x="48" y="5"/>
                    <a:pt x="50" y="9"/>
                    <a:pt x="50" y="15"/>
                  </a:cubicBezTo>
                  <a:cubicBezTo>
                    <a:pt x="50" y="28"/>
                    <a:pt x="39" y="37"/>
                    <a:pt x="24" y="37"/>
                  </a:cubicBezTo>
                  <a:cubicBezTo>
                    <a:pt x="22" y="37"/>
                    <a:pt x="22" y="37"/>
                    <a:pt x="18" y="37"/>
                  </a:cubicBezTo>
                  <a:cubicBezTo>
                    <a:pt x="15" y="54"/>
                    <a:pt x="15" y="54"/>
                    <a:pt x="15" y="54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29" y="0"/>
                  </a:lnTo>
                  <a:close/>
                  <a:moveTo>
                    <a:pt x="19" y="33"/>
                  </a:moveTo>
                  <a:cubicBezTo>
                    <a:pt x="20" y="33"/>
                    <a:pt x="21" y="33"/>
                    <a:pt x="22" y="33"/>
                  </a:cubicBezTo>
                  <a:cubicBezTo>
                    <a:pt x="35" y="33"/>
                    <a:pt x="42" y="27"/>
                    <a:pt x="42" y="16"/>
                  </a:cubicBezTo>
                  <a:cubicBezTo>
                    <a:pt x="42" y="8"/>
                    <a:pt x="38" y="4"/>
                    <a:pt x="28" y="4"/>
                  </a:cubicBezTo>
                  <a:cubicBezTo>
                    <a:pt x="27" y="4"/>
                    <a:pt x="27" y="4"/>
                    <a:pt x="24" y="4"/>
                  </a:cubicBezTo>
                  <a:lnTo>
                    <a:pt x="19" y="33"/>
                  </a:lnTo>
                  <a:close/>
                </a:path>
              </a:pathLst>
            </a:custGeom>
            <a:grpFill/>
            <a:ln>
              <a:solidFill>
                <a:srgbClr val="156082">
                  <a:alpha val="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+mn-ea"/>
                <a:cs typeface="+mn-cs"/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25703F37-F760-7916-3ED0-0C981771A1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8413" y="6427788"/>
              <a:ext cx="139700" cy="146050"/>
            </a:xfrm>
            <a:custGeom>
              <a:avLst/>
              <a:gdLst>
                <a:gd name="T0" fmla="*/ 39 w 41"/>
                <a:gd name="T1" fmla="*/ 0 h 43"/>
                <a:gd name="T2" fmla="*/ 36 w 41"/>
                <a:gd name="T3" fmla="*/ 13 h 43"/>
                <a:gd name="T4" fmla="*/ 32 w 41"/>
                <a:gd name="T5" fmla="*/ 28 h 43"/>
                <a:gd name="T6" fmla="*/ 32 w 41"/>
                <a:gd name="T7" fmla="*/ 35 h 43"/>
                <a:gd name="T8" fmla="*/ 36 w 41"/>
                <a:gd name="T9" fmla="*/ 38 h 43"/>
                <a:gd name="T10" fmla="*/ 41 w 41"/>
                <a:gd name="T11" fmla="*/ 38 h 43"/>
                <a:gd name="T12" fmla="*/ 41 w 41"/>
                <a:gd name="T13" fmla="*/ 40 h 43"/>
                <a:gd name="T14" fmla="*/ 30 w 41"/>
                <a:gd name="T15" fmla="*/ 43 h 43"/>
                <a:gd name="T16" fmla="*/ 25 w 41"/>
                <a:gd name="T17" fmla="*/ 36 h 43"/>
                <a:gd name="T18" fmla="*/ 12 w 41"/>
                <a:gd name="T19" fmla="*/ 43 h 43"/>
                <a:gd name="T20" fmla="*/ 0 w 41"/>
                <a:gd name="T21" fmla="*/ 28 h 43"/>
                <a:gd name="T22" fmla="*/ 24 w 41"/>
                <a:gd name="T23" fmla="*/ 0 h 43"/>
                <a:gd name="T24" fmla="*/ 33 w 41"/>
                <a:gd name="T25" fmla="*/ 2 h 43"/>
                <a:gd name="T26" fmla="*/ 34 w 41"/>
                <a:gd name="T27" fmla="*/ 0 h 43"/>
                <a:gd name="T28" fmla="*/ 39 w 41"/>
                <a:gd name="T29" fmla="*/ 0 h 43"/>
                <a:gd name="T30" fmla="*/ 26 w 41"/>
                <a:gd name="T31" fmla="*/ 4 h 43"/>
                <a:gd name="T32" fmla="*/ 25 w 41"/>
                <a:gd name="T33" fmla="*/ 3 h 43"/>
                <a:gd name="T34" fmla="*/ 7 w 41"/>
                <a:gd name="T35" fmla="*/ 27 h 43"/>
                <a:gd name="T36" fmla="*/ 15 w 41"/>
                <a:gd name="T37" fmla="*/ 38 h 43"/>
                <a:gd name="T38" fmla="*/ 25 w 41"/>
                <a:gd name="T39" fmla="*/ 32 h 43"/>
                <a:gd name="T40" fmla="*/ 30 w 41"/>
                <a:gd name="T41" fmla="*/ 9 h 43"/>
                <a:gd name="T42" fmla="*/ 26 w 41"/>
                <a:gd name="T43" fmla="*/ 4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1" h="43">
                  <a:moveTo>
                    <a:pt x="39" y="0"/>
                  </a:moveTo>
                  <a:cubicBezTo>
                    <a:pt x="38" y="2"/>
                    <a:pt x="37" y="6"/>
                    <a:pt x="36" y="13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32"/>
                    <a:pt x="32" y="33"/>
                    <a:pt x="32" y="35"/>
                  </a:cubicBezTo>
                  <a:cubicBezTo>
                    <a:pt x="32" y="37"/>
                    <a:pt x="33" y="38"/>
                    <a:pt x="36" y="38"/>
                  </a:cubicBezTo>
                  <a:cubicBezTo>
                    <a:pt x="37" y="38"/>
                    <a:pt x="38" y="38"/>
                    <a:pt x="41" y="38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35" y="43"/>
                    <a:pt x="33" y="43"/>
                    <a:pt x="30" y="43"/>
                  </a:cubicBezTo>
                  <a:cubicBezTo>
                    <a:pt x="27" y="43"/>
                    <a:pt x="25" y="41"/>
                    <a:pt x="25" y="36"/>
                  </a:cubicBezTo>
                  <a:cubicBezTo>
                    <a:pt x="20" y="41"/>
                    <a:pt x="16" y="43"/>
                    <a:pt x="12" y="43"/>
                  </a:cubicBezTo>
                  <a:cubicBezTo>
                    <a:pt x="4" y="43"/>
                    <a:pt x="0" y="37"/>
                    <a:pt x="0" y="28"/>
                  </a:cubicBezTo>
                  <a:cubicBezTo>
                    <a:pt x="0" y="12"/>
                    <a:pt x="11" y="0"/>
                    <a:pt x="24" y="0"/>
                  </a:cubicBezTo>
                  <a:cubicBezTo>
                    <a:pt x="27" y="0"/>
                    <a:pt x="30" y="1"/>
                    <a:pt x="33" y="2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39" y="0"/>
                  </a:lnTo>
                  <a:close/>
                  <a:moveTo>
                    <a:pt x="26" y="4"/>
                  </a:moveTo>
                  <a:cubicBezTo>
                    <a:pt x="26" y="3"/>
                    <a:pt x="25" y="3"/>
                    <a:pt x="25" y="3"/>
                  </a:cubicBezTo>
                  <a:cubicBezTo>
                    <a:pt x="15" y="3"/>
                    <a:pt x="7" y="14"/>
                    <a:pt x="7" y="27"/>
                  </a:cubicBezTo>
                  <a:cubicBezTo>
                    <a:pt x="7" y="34"/>
                    <a:pt x="10" y="38"/>
                    <a:pt x="15" y="38"/>
                  </a:cubicBezTo>
                  <a:cubicBezTo>
                    <a:pt x="18" y="38"/>
                    <a:pt x="21" y="37"/>
                    <a:pt x="25" y="32"/>
                  </a:cubicBezTo>
                  <a:cubicBezTo>
                    <a:pt x="30" y="9"/>
                    <a:pt x="30" y="9"/>
                    <a:pt x="30" y="9"/>
                  </a:cubicBezTo>
                  <a:lnTo>
                    <a:pt x="26" y="4"/>
                  </a:lnTo>
                  <a:close/>
                </a:path>
              </a:pathLst>
            </a:custGeom>
            <a:grpFill/>
            <a:ln>
              <a:solidFill>
                <a:srgbClr val="156082">
                  <a:alpha val="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+mn-ea"/>
                <a:cs typeface="+mn-cs"/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0AFD3CC8-85D9-F7D6-35C5-7C3C40235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8750" y="6427788"/>
              <a:ext cx="111125" cy="146050"/>
            </a:xfrm>
            <a:custGeom>
              <a:avLst/>
              <a:gdLst>
                <a:gd name="T0" fmla="*/ 15 w 33"/>
                <a:gd name="T1" fmla="*/ 0 h 43"/>
                <a:gd name="T2" fmla="*/ 12 w 33"/>
                <a:gd name="T3" fmla="*/ 12 h 43"/>
                <a:gd name="T4" fmla="*/ 28 w 33"/>
                <a:gd name="T5" fmla="*/ 0 h 43"/>
                <a:gd name="T6" fmla="*/ 33 w 33"/>
                <a:gd name="T7" fmla="*/ 5 h 43"/>
                <a:gd name="T8" fmla="*/ 27 w 33"/>
                <a:gd name="T9" fmla="*/ 10 h 43"/>
                <a:gd name="T10" fmla="*/ 26 w 33"/>
                <a:gd name="T11" fmla="*/ 10 h 43"/>
                <a:gd name="T12" fmla="*/ 24 w 33"/>
                <a:gd name="T13" fmla="*/ 6 h 43"/>
                <a:gd name="T14" fmla="*/ 11 w 33"/>
                <a:gd name="T15" fmla="*/ 22 h 43"/>
                <a:gd name="T16" fmla="*/ 7 w 33"/>
                <a:gd name="T17" fmla="*/ 43 h 43"/>
                <a:gd name="T18" fmla="*/ 0 w 33"/>
                <a:gd name="T19" fmla="*/ 43 h 43"/>
                <a:gd name="T20" fmla="*/ 7 w 33"/>
                <a:gd name="T21" fmla="*/ 7 h 43"/>
                <a:gd name="T22" fmla="*/ 0 w 33"/>
                <a:gd name="T23" fmla="*/ 5 h 43"/>
                <a:gd name="T24" fmla="*/ 0 w 33"/>
                <a:gd name="T25" fmla="*/ 3 h 43"/>
                <a:gd name="T26" fmla="*/ 13 w 33"/>
                <a:gd name="T27" fmla="*/ 0 h 43"/>
                <a:gd name="T28" fmla="*/ 15 w 33"/>
                <a:gd name="T2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" h="43">
                  <a:moveTo>
                    <a:pt x="15" y="0"/>
                  </a:moveTo>
                  <a:cubicBezTo>
                    <a:pt x="12" y="12"/>
                    <a:pt x="12" y="12"/>
                    <a:pt x="12" y="12"/>
                  </a:cubicBezTo>
                  <a:cubicBezTo>
                    <a:pt x="18" y="4"/>
                    <a:pt x="23" y="0"/>
                    <a:pt x="28" y="0"/>
                  </a:cubicBezTo>
                  <a:cubicBezTo>
                    <a:pt x="31" y="0"/>
                    <a:pt x="33" y="2"/>
                    <a:pt x="33" y="5"/>
                  </a:cubicBezTo>
                  <a:cubicBezTo>
                    <a:pt x="33" y="8"/>
                    <a:pt x="30" y="10"/>
                    <a:pt x="27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16" y="9"/>
                    <a:pt x="13" y="13"/>
                    <a:pt x="11" y="22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5" y="0"/>
                  </a:lnTo>
                  <a:close/>
                </a:path>
              </a:pathLst>
            </a:custGeom>
            <a:grpFill/>
            <a:ln>
              <a:solidFill>
                <a:srgbClr val="156082">
                  <a:alpha val="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+mn-ea"/>
                <a:cs typeface="+mn-cs"/>
              </a:endParaRPr>
            </a:p>
          </p:txBody>
        </p:sp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1078DDC3-1856-2892-9773-8209B904E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163" y="6399213"/>
              <a:ext cx="87313" cy="174625"/>
            </a:xfrm>
            <a:custGeom>
              <a:avLst/>
              <a:gdLst>
                <a:gd name="T0" fmla="*/ 15 w 26"/>
                <a:gd name="T1" fmla="*/ 0 h 51"/>
                <a:gd name="T2" fmla="*/ 13 w 26"/>
                <a:gd name="T3" fmla="*/ 10 h 51"/>
                <a:gd name="T4" fmla="*/ 26 w 26"/>
                <a:gd name="T5" fmla="*/ 10 h 51"/>
                <a:gd name="T6" fmla="*/ 26 w 26"/>
                <a:gd name="T7" fmla="*/ 13 h 51"/>
                <a:gd name="T8" fmla="*/ 13 w 26"/>
                <a:gd name="T9" fmla="*/ 13 h 51"/>
                <a:gd name="T10" fmla="*/ 8 w 26"/>
                <a:gd name="T11" fmla="*/ 37 h 51"/>
                <a:gd name="T12" fmla="*/ 8 w 26"/>
                <a:gd name="T13" fmla="*/ 41 h 51"/>
                <a:gd name="T14" fmla="*/ 13 w 26"/>
                <a:gd name="T15" fmla="*/ 46 h 51"/>
                <a:gd name="T16" fmla="*/ 21 w 26"/>
                <a:gd name="T17" fmla="*/ 44 h 51"/>
                <a:gd name="T18" fmla="*/ 21 w 26"/>
                <a:gd name="T19" fmla="*/ 47 h 51"/>
                <a:gd name="T20" fmla="*/ 7 w 26"/>
                <a:gd name="T21" fmla="*/ 51 h 51"/>
                <a:gd name="T22" fmla="*/ 0 w 26"/>
                <a:gd name="T23" fmla="*/ 43 h 51"/>
                <a:gd name="T24" fmla="*/ 1 w 26"/>
                <a:gd name="T25" fmla="*/ 37 h 51"/>
                <a:gd name="T26" fmla="*/ 6 w 26"/>
                <a:gd name="T27" fmla="*/ 13 h 51"/>
                <a:gd name="T28" fmla="*/ 0 w 26"/>
                <a:gd name="T29" fmla="*/ 14 h 51"/>
                <a:gd name="T30" fmla="*/ 0 w 26"/>
                <a:gd name="T31" fmla="*/ 11 h 51"/>
                <a:gd name="T32" fmla="*/ 7 w 26"/>
                <a:gd name="T33" fmla="*/ 8 h 51"/>
                <a:gd name="T34" fmla="*/ 11 w 26"/>
                <a:gd name="T35" fmla="*/ 0 h 51"/>
                <a:gd name="T36" fmla="*/ 15 w 26"/>
                <a:gd name="T3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51">
                  <a:moveTo>
                    <a:pt x="15" y="0"/>
                  </a:moveTo>
                  <a:cubicBezTo>
                    <a:pt x="13" y="10"/>
                    <a:pt x="13" y="10"/>
                    <a:pt x="13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9"/>
                    <a:pt x="8" y="40"/>
                    <a:pt x="8" y="41"/>
                  </a:cubicBezTo>
                  <a:cubicBezTo>
                    <a:pt x="8" y="44"/>
                    <a:pt x="9" y="46"/>
                    <a:pt x="13" y="46"/>
                  </a:cubicBezTo>
                  <a:cubicBezTo>
                    <a:pt x="15" y="46"/>
                    <a:pt x="18" y="46"/>
                    <a:pt x="21" y="4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15" y="50"/>
                    <a:pt x="11" y="51"/>
                    <a:pt x="7" y="51"/>
                  </a:cubicBezTo>
                  <a:cubicBezTo>
                    <a:pt x="3" y="51"/>
                    <a:pt x="0" y="48"/>
                    <a:pt x="0" y="43"/>
                  </a:cubicBezTo>
                  <a:cubicBezTo>
                    <a:pt x="0" y="41"/>
                    <a:pt x="0" y="40"/>
                    <a:pt x="1" y="37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11" y="0"/>
                    <a:pt x="11" y="0"/>
                    <a:pt x="11" y="0"/>
                  </a:cubicBezTo>
                  <a:lnTo>
                    <a:pt x="15" y="0"/>
                  </a:lnTo>
                  <a:close/>
                </a:path>
              </a:pathLst>
            </a:custGeom>
            <a:grpFill/>
            <a:ln>
              <a:solidFill>
                <a:srgbClr val="156082">
                  <a:alpha val="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+mn-ea"/>
                <a:cs typeface="+mn-cs"/>
              </a:endParaRPr>
            </a:p>
          </p:txBody>
        </p:sp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2C47DB17-358F-BC5F-9DC7-729D91636C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46563" y="6427788"/>
              <a:ext cx="128588" cy="146050"/>
            </a:xfrm>
            <a:custGeom>
              <a:avLst/>
              <a:gdLst>
                <a:gd name="T0" fmla="*/ 38 w 38"/>
                <a:gd name="T1" fmla="*/ 17 h 43"/>
                <a:gd name="T2" fmla="*/ 15 w 38"/>
                <a:gd name="T3" fmla="*/ 43 h 43"/>
                <a:gd name="T4" fmla="*/ 0 w 38"/>
                <a:gd name="T5" fmla="*/ 27 h 43"/>
                <a:gd name="T6" fmla="*/ 23 w 38"/>
                <a:gd name="T7" fmla="*/ 0 h 43"/>
                <a:gd name="T8" fmla="*/ 38 w 38"/>
                <a:gd name="T9" fmla="*/ 17 h 43"/>
                <a:gd name="T10" fmla="*/ 8 w 38"/>
                <a:gd name="T11" fmla="*/ 26 h 43"/>
                <a:gd name="T12" fmla="*/ 16 w 38"/>
                <a:gd name="T13" fmla="*/ 40 h 43"/>
                <a:gd name="T14" fmla="*/ 30 w 38"/>
                <a:gd name="T15" fmla="*/ 17 h 43"/>
                <a:gd name="T16" fmla="*/ 21 w 38"/>
                <a:gd name="T17" fmla="*/ 4 h 43"/>
                <a:gd name="T18" fmla="*/ 8 w 38"/>
                <a:gd name="T19" fmla="*/ 2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38" y="17"/>
                  </a:moveTo>
                  <a:cubicBezTo>
                    <a:pt x="38" y="31"/>
                    <a:pt x="28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ubicBezTo>
                    <a:pt x="0" y="12"/>
                    <a:pt x="10" y="0"/>
                    <a:pt x="23" y="0"/>
                  </a:cubicBezTo>
                  <a:cubicBezTo>
                    <a:pt x="32" y="0"/>
                    <a:pt x="38" y="7"/>
                    <a:pt x="38" y="17"/>
                  </a:cubicBezTo>
                  <a:close/>
                  <a:moveTo>
                    <a:pt x="8" y="26"/>
                  </a:moveTo>
                  <a:cubicBezTo>
                    <a:pt x="8" y="35"/>
                    <a:pt x="11" y="40"/>
                    <a:pt x="16" y="40"/>
                  </a:cubicBezTo>
                  <a:cubicBezTo>
                    <a:pt x="24" y="40"/>
                    <a:pt x="30" y="30"/>
                    <a:pt x="30" y="17"/>
                  </a:cubicBezTo>
                  <a:cubicBezTo>
                    <a:pt x="30" y="8"/>
                    <a:pt x="27" y="4"/>
                    <a:pt x="21" y="4"/>
                  </a:cubicBezTo>
                  <a:cubicBezTo>
                    <a:pt x="14" y="4"/>
                    <a:pt x="8" y="14"/>
                    <a:pt x="8" y="26"/>
                  </a:cubicBezTo>
                  <a:close/>
                </a:path>
              </a:pathLst>
            </a:custGeom>
            <a:grpFill/>
            <a:ln>
              <a:solidFill>
                <a:srgbClr val="156082">
                  <a:alpha val="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+mn-ea"/>
                <a:cs typeface="+mn-cs"/>
              </a:endParaRPr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70671C24-6D13-8D63-F3DB-A9DDC908A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988" y="6351588"/>
              <a:ext cx="166688" cy="287338"/>
            </a:xfrm>
            <a:custGeom>
              <a:avLst/>
              <a:gdLst>
                <a:gd name="T0" fmla="*/ 37 w 49"/>
                <a:gd name="T1" fmla="*/ 4 h 84"/>
                <a:gd name="T2" fmla="*/ 29 w 49"/>
                <a:gd name="T3" fmla="*/ 24 h 84"/>
                <a:gd name="T4" fmla="*/ 42 w 49"/>
                <a:gd name="T5" fmla="*/ 24 h 84"/>
                <a:gd name="T6" fmla="*/ 42 w 49"/>
                <a:gd name="T7" fmla="*/ 28 h 84"/>
                <a:gd name="T8" fmla="*/ 29 w 49"/>
                <a:gd name="T9" fmla="*/ 28 h 84"/>
                <a:gd name="T10" fmla="*/ 25 w 49"/>
                <a:gd name="T11" fmla="*/ 53 h 84"/>
                <a:gd name="T12" fmla="*/ 19 w 49"/>
                <a:gd name="T13" fmla="*/ 73 h 84"/>
                <a:gd name="T14" fmla="*/ 5 w 49"/>
                <a:gd name="T15" fmla="*/ 84 h 84"/>
                <a:gd name="T16" fmla="*/ 0 w 49"/>
                <a:gd name="T17" fmla="*/ 79 h 84"/>
                <a:gd name="T18" fmla="*/ 2 w 49"/>
                <a:gd name="T19" fmla="*/ 75 h 84"/>
                <a:gd name="T20" fmla="*/ 11 w 49"/>
                <a:gd name="T21" fmla="*/ 78 h 84"/>
                <a:gd name="T22" fmla="*/ 18 w 49"/>
                <a:gd name="T23" fmla="*/ 54 h 84"/>
                <a:gd name="T24" fmla="*/ 22 w 49"/>
                <a:gd name="T25" fmla="*/ 28 h 84"/>
                <a:gd name="T26" fmla="*/ 16 w 49"/>
                <a:gd name="T27" fmla="*/ 29 h 84"/>
                <a:gd name="T28" fmla="*/ 16 w 49"/>
                <a:gd name="T29" fmla="*/ 26 h 84"/>
                <a:gd name="T30" fmla="*/ 23 w 49"/>
                <a:gd name="T31" fmla="*/ 23 h 84"/>
                <a:gd name="T32" fmla="*/ 41 w 49"/>
                <a:gd name="T33" fmla="*/ 0 h 84"/>
                <a:gd name="T34" fmla="*/ 49 w 49"/>
                <a:gd name="T35" fmla="*/ 5 h 84"/>
                <a:gd name="T36" fmla="*/ 44 w 49"/>
                <a:gd name="T37" fmla="*/ 10 h 84"/>
                <a:gd name="T38" fmla="*/ 37 w 49"/>
                <a:gd name="T39" fmla="*/ 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9" h="84">
                  <a:moveTo>
                    <a:pt x="37" y="4"/>
                  </a:moveTo>
                  <a:cubicBezTo>
                    <a:pt x="34" y="6"/>
                    <a:pt x="31" y="13"/>
                    <a:pt x="29" y="24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4" y="63"/>
                    <a:pt x="22" y="68"/>
                    <a:pt x="19" y="73"/>
                  </a:cubicBezTo>
                  <a:cubicBezTo>
                    <a:pt x="14" y="80"/>
                    <a:pt x="9" y="84"/>
                    <a:pt x="5" y="84"/>
                  </a:cubicBezTo>
                  <a:cubicBezTo>
                    <a:pt x="2" y="84"/>
                    <a:pt x="0" y="82"/>
                    <a:pt x="0" y="79"/>
                  </a:cubicBezTo>
                  <a:cubicBezTo>
                    <a:pt x="0" y="77"/>
                    <a:pt x="0" y="76"/>
                    <a:pt x="2" y="75"/>
                  </a:cubicBezTo>
                  <a:cubicBezTo>
                    <a:pt x="11" y="78"/>
                    <a:pt x="11" y="78"/>
                    <a:pt x="11" y="78"/>
                  </a:cubicBezTo>
                  <a:cubicBezTo>
                    <a:pt x="15" y="74"/>
                    <a:pt x="16" y="69"/>
                    <a:pt x="18" y="54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6" y="9"/>
                    <a:pt x="33" y="0"/>
                    <a:pt x="41" y="0"/>
                  </a:cubicBezTo>
                  <a:cubicBezTo>
                    <a:pt x="45" y="0"/>
                    <a:pt x="49" y="2"/>
                    <a:pt x="49" y="5"/>
                  </a:cubicBezTo>
                  <a:cubicBezTo>
                    <a:pt x="49" y="8"/>
                    <a:pt x="47" y="9"/>
                    <a:pt x="44" y="10"/>
                  </a:cubicBezTo>
                  <a:lnTo>
                    <a:pt x="37" y="4"/>
                  </a:lnTo>
                  <a:close/>
                </a:path>
              </a:pathLst>
            </a:custGeom>
            <a:grpFill/>
            <a:ln>
              <a:solidFill>
                <a:srgbClr val="156082">
                  <a:alpha val="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+mn-ea"/>
                <a:cs typeface="+mn-cs"/>
              </a:endParaRPr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2CE31945-C74E-FD97-BA40-3D2BE53BF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1363" y="6399213"/>
              <a:ext cx="85725" cy="174625"/>
            </a:xfrm>
            <a:custGeom>
              <a:avLst/>
              <a:gdLst>
                <a:gd name="T0" fmla="*/ 14 w 25"/>
                <a:gd name="T1" fmla="*/ 0 h 51"/>
                <a:gd name="T2" fmla="*/ 13 w 25"/>
                <a:gd name="T3" fmla="*/ 10 h 51"/>
                <a:gd name="T4" fmla="*/ 25 w 25"/>
                <a:gd name="T5" fmla="*/ 10 h 51"/>
                <a:gd name="T6" fmla="*/ 25 w 25"/>
                <a:gd name="T7" fmla="*/ 13 h 51"/>
                <a:gd name="T8" fmla="*/ 12 w 25"/>
                <a:gd name="T9" fmla="*/ 13 h 51"/>
                <a:gd name="T10" fmla="*/ 7 w 25"/>
                <a:gd name="T11" fmla="*/ 37 h 51"/>
                <a:gd name="T12" fmla="*/ 7 w 25"/>
                <a:gd name="T13" fmla="*/ 41 h 51"/>
                <a:gd name="T14" fmla="*/ 12 w 25"/>
                <a:gd name="T15" fmla="*/ 46 h 51"/>
                <a:gd name="T16" fmla="*/ 20 w 25"/>
                <a:gd name="T17" fmla="*/ 44 h 51"/>
                <a:gd name="T18" fmla="*/ 20 w 25"/>
                <a:gd name="T19" fmla="*/ 47 h 51"/>
                <a:gd name="T20" fmla="*/ 7 w 25"/>
                <a:gd name="T21" fmla="*/ 51 h 51"/>
                <a:gd name="T22" fmla="*/ 0 w 25"/>
                <a:gd name="T23" fmla="*/ 43 h 51"/>
                <a:gd name="T24" fmla="*/ 0 w 25"/>
                <a:gd name="T25" fmla="*/ 37 h 51"/>
                <a:gd name="T26" fmla="*/ 5 w 25"/>
                <a:gd name="T27" fmla="*/ 13 h 51"/>
                <a:gd name="T28" fmla="*/ 0 w 25"/>
                <a:gd name="T29" fmla="*/ 14 h 51"/>
                <a:gd name="T30" fmla="*/ 0 w 25"/>
                <a:gd name="T31" fmla="*/ 11 h 51"/>
                <a:gd name="T32" fmla="*/ 6 w 25"/>
                <a:gd name="T33" fmla="*/ 8 h 51"/>
                <a:gd name="T34" fmla="*/ 10 w 25"/>
                <a:gd name="T35" fmla="*/ 0 h 51"/>
                <a:gd name="T36" fmla="*/ 14 w 25"/>
                <a:gd name="T3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" h="51">
                  <a:moveTo>
                    <a:pt x="14" y="0"/>
                  </a:moveTo>
                  <a:cubicBezTo>
                    <a:pt x="13" y="10"/>
                    <a:pt x="13" y="10"/>
                    <a:pt x="13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9"/>
                    <a:pt x="7" y="40"/>
                    <a:pt x="7" y="41"/>
                  </a:cubicBezTo>
                  <a:cubicBezTo>
                    <a:pt x="7" y="44"/>
                    <a:pt x="9" y="46"/>
                    <a:pt x="12" y="46"/>
                  </a:cubicBezTo>
                  <a:cubicBezTo>
                    <a:pt x="14" y="46"/>
                    <a:pt x="17" y="46"/>
                    <a:pt x="20" y="44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14" y="50"/>
                    <a:pt x="10" y="51"/>
                    <a:pt x="7" y="51"/>
                  </a:cubicBezTo>
                  <a:cubicBezTo>
                    <a:pt x="2" y="51"/>
                    <a:pt x="0" y="48"/>
                    <a:pt x="0" y="43"/>
                  </a:cubicBezTo>
                  <a:cubicBezTo>
                    <a:pt x="0" y="41"/>
                    <a:pt x="0" y="40"/>
                    <a:pt x="0" y="37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>
              <a:solidFill>
                <a:srgbClr val="156082">
                  <a:alpha val="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+mn-ea"/>
                <a:cs typeface="+mn-cs"/>
              </a:endParaRPr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42AED3AB-FB04-9006-2D2C-06BCEF4CC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0263" y="6351588"/>
              <a:ext cx="146050" cy="222250"/>
            </a:xfrm>
            <a:custGeom>
              <a:avLst/>
              <a:gdLst>
                <a:gd name="T0" fmla="*/ 21 w 43"/>
                <a:gd name="T1" fmla="*/ 0 h 65"/>
                <a:gd name="T2" fmla="*/ 17 w 43"/>
                <a:gd name="T3" fmla="*/ 15 h 65"/>
                <a:gd name="T4" fmla="*/ 14 w 43"/>
                <a:gd name="T5" fmla="*/ 30 h 65"/>
                <a:gd name="T6" fmla="*/ 31 w 43"/>
                <a:gd name="T7" fmla="*/ 22 h 65"/>
                <a:gd name="T8" fmla="*/ 39 w 43"/>
                <a:gd name="T9" fmla="*/ 29 h 65"/>
                <a:gd name="T10" fmla="*/ 37 w 43"/>
                <a:gd name="T11" fmla="*/ 37 h 65"/>
                <a:gd name="T12" fmla="*/ 34 w 43"/>
                <a:gd name="T13" fmla="*/ 51 h 65"/>
                <a:gd name="T14" fmla="*/ 33 w 43"/>
                <a:gd name="T15" fmla="*/ 56 h 65"/>
                <a:gd name="T16" fmla="*/ 38 w 43"/>
                <a:gd name="T17" fmla="*/ 61 h 65"/>
                <a:gd name="T18" fmla="*/ 43 w 43"/>
                <a:gd name="T19" fmla="*/ 60 h 65"/>
                <a:gd name="T20" fmla="*/ 43 w 43"/>
                <a:gd name="T21" fmla="*/ 62 h 65"/>
                <a:gd name="T22" fmla="*/ 32 w 43"/>
                <a:gd name="T23" fmla="*/ 65 h 65"/>
                <a:gd name="T24" fmla="*/ 26 w 43"/>
                <a:gd name="T25" fmla="*/ 60 h 65"/>
                <a:gd name="T26" fmla="*/ 26 w 43"/>
                <a:gd name="T27" fmla="*/ 55 h 65"/>
                <a:gd name="T28" fmla="*/ 30 w 43"/>
                <a:gd name="T29" fmla="*/ 39 h 65"/>
                <a:gd name="T30" fmla="*/ 31 w 43"/>
                <a:gd name="T31" fmla="*/ 33 h 65"/>
                <a:gd name="T32" fmla="*/ 27 w 43"/>
                <a:gd name="T33" fmla="*/ 27 h 65"/>
                <a:gd name="T34" fmla="*/ 13 w 43"/>
                <a:gd name="T35" fmla="*/ 35 h 65"/>
                <a:gd name="T36" fmla="*/ 8 w 43"/>
                <a:gd name="T37" fmla="*/ 65 h 65"/>
                <a:gd name="T38" fmla="*/ 0 w 43"/>
                <a:gd name="T39" fmla="*/ 65 h 65"/>
                <a:gd name="T40" fmla="*/ 12 w 43"/>
                <a:gd name="T41" fmla="*/ 6 h 65"/>
                <a:gd name="T42" fmla="*/ 4 w 43"/>
                <a:gd name="T43" fmla="*/ 5 h 65"/>
                <a:gd name="T44" fmla="*/ 4 w 43"/>
                <a:gd name="T45" fmla="*/ 2 h 65"/>
                <a:gd name="T46" fmla="*/ 18 w 43"/>
                <a:gd name="T47" fmla="*/ 0 h 65"/>
                <a:gd name="T48" fmla="*/ 21 w 43"/>
                <a:gd name="T4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3" h="65">
                  <a:moveTo>
                    <a:pt x="21" y="0"/>
                  </a:moveTo>
                  <a:cubicBezTo>
                    <a:pt x="19" y="6"/>
                    <a:pt x="18" y="10"/>
                    <a:pt x="17" y="15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22" y="24"/>
                    <a:pt x="27" y="22"/>
                    <a:pt x="31" y="22"/>
                  </a:cubicBezTo>
                  <a:cubicBezTo>
                    <a:pt x="36" y="22"/>
                    <a:pt x="39" y="25"/>
                    <a:pt x="39" y="29"/>
                  </a:cubicBezTo>
                  <a:cubicBezTo>
                    <a:pt x="39" y="31"/>
                    <a:pt x="38" y="33"/>
                    <a:pt x="37" y="37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4" y="53"/>
                    <a:pt x="33" y="55"/>
                    <a:pt x="33" y="56"/>
                  </a:cubicBezTo>
                  <a:cubicBezTo>
                    <a:pt x="33" y="59"/>
                    <a:pt x="35" y="61"/>
                    <a:pt x="38" y="61"/>
                  </a:cubicBezTo>
                  <a:cubicBezTo>
                    <a:pt x="39" y="61"/>
                    <a:pt x="41" y="60"/>
                    <a:pt x="43" y="60"/>
                  </a:cubicBezTo>
                  <a:cubicBezTo>
                    <a:pt x="43" y="62"/>
                    <a:pt x="43" y="62"/>
                    <a:pt x="43" y="62"/>
                  </a:cubicBezTo>
                  <a:cubicBezTo>
                    <a:pt x="38" y="64"/>
                    <a:pt x="35" y="65"/>
                    <a:pt x="32" y="65"/>
                  </a:cubicBezTo>
                  <a:cubicBezTo>
                    <a:pt x="28" y="65"/>
                    <a:pt x="26" y="63"/>
                    <a:pt x="26" y="60"/>
                  </a:cubicBezTo>
                  <a:cubicBezTo>
                    <a:pt x="26" y="58"/>
                    <a:pt x="26" y="57"/>
                    <a:pt x="26" y="55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1" y="36"/>
                    <a:pt x="31" y="34"/>
                    <a:pt x="31" y="33"/>
                  </a:cubicBezTo>
                  <a:cubicBezTo>
                    <a:pt x="31" y="29"/>
                    <a:pt x="29" y="27"/>
                    <a:pt x="27" y="27"/>
                  </a:cubicBezTo>
                  <a:cubicBezTo>
                    <a:pt x="23" y="27"/>
                    <a:pt x="19" y="30"/>
                    <a:pt x="13" y="35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21" y="0"/>
                  </a:lnTo>
                  <a:close/>
                </a:path>
              </a:pathLst>
            </a:custGeom>
            <a:grpFill/>
            <a:ln>
              <a:solidFill>
                <a:srgbClr val="156082">
                  <a:alpha val="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+mn-ea"/>
                <a:cs typeface="+mn-cs"/>
              </a:endParaRPr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ABDE830E-E064-8800-D9D2-3E5A030410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3775" y="6427788"/>
              <a:ext cx="104775" cy="146050"/>
            </a:xfrm>
            <a:custGeom>
              <a:avLst/>
              <a:gdLst>
                <a:gd name="T0" fmla="*/ 30 w 31"/>
                <a:gd name="T1" fmla="*/ 35 h 43"/>
                <a:gd name="T2" fmla="*/ 13 w 31"/>
                <a:gd name="T3" fmla="*/ 43 h 43"/>
                <a:gd name="T4" fmla="*/ 0 w 31"/>
                <a:gd name="T5" fmla="*/ 27 h 43"/>
                <a:gd name="T6" fmla="*/ 11 w 31"/>
                <a:gd name="T7" fmla="*/ 5 h 43"/>
                <a:gd name="T8" fmla="*/ 22 w 31"/>
                <a:gd name="T9" fmla="*/ 0 h 43"/>
                <a:gd name="T10" fmla="*/ 31 w 31"/>
                <a:gd name="T11" fmla="*/ 9 h 43"/>
                <a:gd name="T12" fmla="*/ 7 w 31"/>
                <a:gd name="T13" fmla="*/ 23 h 43"/>
                <a:gd name="T14" fmla="*/ 7 w 31"/>
                <a:gd name="T15" fmla="*/ 27 h 43"/>
                <a:gd name="T16" fmla="*/ 16 w 31"/>
                <a:gd name="T17" fmla="*/ 38 h 43"/>
                <a:gd name="T18" fmla="*/ 30 w 31"/>
                <a:gd name="T19" fmla="*/ 31 h 43"/>
                <a:gd name="T20" fmla="*/ 30 w 31"/>
                <a:gd name="T21" fmla="*/ 35 h 43"/>
                <a:gd name="T22" fmla="*/ 20 w 31"/>
                <a:gd name="T23" fmla="*/ 17 h 43"/>
                <a:gd name="T24" fmla="*/ 25 w 31"/>
                <a:gd name="T25" fmla="*/ 9 h 43"/>
                <a:gd name="T26" fmla="*/ 20 w 31"/>
                <a:gd name="T27" fmla="*/ 4 h 43"/>
                <a:gd name="T28" fmla="*/ 8 w 31"/>
                <a:gd name="T29" fmla="*/ 20 h 43"/>
                <a:gd name="T30" fmla="*/ 20 w 31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" h="43">
                  <a:moveTo>
                    <a:pt x="30" y="35"/>
                  </a:moveTo>
                  <a:cubicBezTo>
                    <a:pt x="24" y="41"/>
                    <a:pt x="19" y="43"/>
                    <a:pt x="13" y="43"/>
                  </a:cubicBezTo>
                  <a:cubicBezTo>
                    <a:pt x="5" y="43"/>
                    <a:pt x="0" y="37"/>
                    <a:pt x="0" y="27"/>
                  </a:cubicBezTo>
                  <a:cubicBezTo>
                    <a:pt x="0" y="18"/>
                    <a:pt x="4" y="10"/>
                    <a:pt x="11" y="5"/>
                  </a:cubicBezTo>
                  <a:cubicBezTo>
                    <a:pt x="14" y="2"/>
                    <a:pt x="19" y="0"/>
                    <a:pt x="22" y="0"/>
                  </a:cubicBezTo>
                  <a:cubicBezTo>
                    <a:pt x="28" y="0"/>
                    <a:pt x="31" y="4"/>
                    <a:pt x="31" y="9"/>
                  </a:cubicBezTo>
                  <a:cubicBezTo>
                    <a:pt x="31" y="17"/>
                    <a:pt x="23" y="22"/>
                    <a:pt x="7" y="23"/>
                  </a:cubicBezTo>
                  <a:cubicBezTo>
                    <a:pt x="7" y="24"/>
                    <a:pt x="7" y="26"/>
                    <a:pt x="7" y="27"/>
                  </a:cubicBezTo>
                  <a:cubicBezTo>
                    <a:pt x="7" y="34"/>
                    <a:pt x="10" y="38"/>
                    <a:pt x="16" y="38"/>
                  </a:cubicBezTo>
                  <a:cubicBezTo>
                    <a:pt x="20" y="38"/>
                    <a:pt x="25" y="36"/>
                    <a:pt x="30" y="31"/>
                  </a:cubicBezTo>
                  <a:lnTo>
                    <a:pt x="30" y="35"/>
                  </a:lnTo>
                  <a:close/>
                  <a:moveTo>
                    <a:pt x="20" y="17"/>
                  </a:moveTo>
                  <a:cubicBezTo>
                    <a:pt x="23" y="14"/>
                    <a:pt x="25" y="12"/>
                    <a:pt x="25" y="9"/>
                  </a:cubicBezTo>
                  <a:cubicBezTo>
                    <a:pt x="25" y="6"/>
                    <a:pt x="23" y="4"/>
                    <a:pt x="20" y="4"/>
                  </a:cubicBezTo>
                  <a:cubicBezTo>
                    <a:pt x="15" y="4"/>
                    <a:pt x="10" y="10"/>
                    <a:pt x="8" y="20"/>
                  </a:cubicBezTo>
                  <a:cubicBezTo>
                    <a:pt x="13" y="20"/>
                    <a:pt x="17" y="19"/>
                    <a:pt x="20" y="17"/>
                  </a:cubicBezTo>
                  <a:close/>
                </a:path>
              </a:pathLst>
            </a:custGeom>
            <a:grpFill/>
            <a:ln>
              <a:solidFill>
                <a:srgbClr val="156082">
                  <a:alpha val="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+mn-ea"/>
                <a:cs typeface="+mn-cs"/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2F898335-5E89-014D-6565-3CAB5AAC96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76813" y="6369050"/>
              <a:ext cx="169863" cy="204788"/>
            </a:xfrm>
            <a:custGeom>
              <a:avLst/>
              <a:gdLst>
                <a:gd name="T0" fmla="*/ 28 w 50"/>
                <a:gd name="T1" fmla="*/ 0 h 60"/>
                <a:gd name="T2" fmla="*/ 43 w 50"/>
                <a:gd name="T3" fmla="*/ 3 h 60"/>
                <a:gd name="T4" fmla="*/ 50 w 50"/>
                <a:gd name="T5" fmla="*/ 15 h 60"/>
                <a:gd name="T6" fmla="*/ 23 w 50"/>
                <a:gd name="T7" fmla="*/ 37 h 60"/>
                <a:gd name="T8" fmla="*/ 18 w 50"/>
                <a:gd name="T9" fmla="*/ 37 h 60"/>
                <a:gd name="T10" fmla="*/ 14 w 50"/>
                <a:gd name="T11" fmla="*/ 54 h 60"/>
                <a:gd name="T12" fmla="*/ 15 w 50"/>
                <a:gd name="T13" fmla="*/ 56 h 60"/>
                <a:gd name="T14" fmla="*/ 21 w 50"/>
                <a:gd name="T15" fmla="*/ 56 h 60"/>
                <a:gd name="T16" fmla="*/ 21 w 50"/>
                <a:gd name="T17" fmla="*/ 60 h 60"/>
                <a:gd name="T18" fmla="*/ 0 w 50"/>
                <a:gd name="T19" fmla="*/ 60 h 60"/>
                <a:gd name="T20" fmla="*/ 0 w 50"/>
                <a:gd name="T21" fmla="*/ 56 h 60"/>
                <a:gd name="T22" fmla="*/ 5 w 50"/>
                <a:gd name="T23" fmla="*/ 56 h 60"/>
                <a:gd name="T24" fmla="*/ 7 w 50"/>
                <a:gd name="T25" fmla="*/ 54 h 60"/>
                <a:gd name="T26" fmla="*/ 16 w 50"/>
                <a:gd name="T27" fmla="*/ 6 h 60"/>
                <a:gd name="T28" fmla="*/ 15 w 50"/>
                <a:gd name="T29" fmla="*/ 4 h 60"/>
                <a:gd name="T30" fmla="*/ 10 w 50"/>
                <a:gd name="T31" fmla="*/ 4 h 60"/>
                <a:gd name="T32" fmla="*/ 10 w 50"/>
                <a:gd name="T33" fmla="*/ 0 h 60"/>
                <a:gd name="T34" fmla="*/ 28 w 50"/>
                <a:gd name="T35" fmla="*/ 0 h 60"/>
                <a:gd name="T36" fmla="*/ 18 w 50"/>
                <a:gd name="T37" fmla="*/ 33 h 60"/>
                <a:gd name="T38" fmla="*/ 22 w 50"/>
                <a:gd name="T39" fmla="*/ 33 h 60"/>
                <a:gd name="T40" fmla="*/ 42 w 50"/>
                <a:gd name="T41" fmla="*/ 16 h 60"/>
                <a:gd name="T42" fmla="*/ 28 w 50"/>
                <a:gd name="T43" fmla="*/ 4 h 60"/>
                <a:gd name="T44" fmla="*/ 24 w 50"/>
                <a:gd name="T45" fmla="*/ 4 h 60"/>
                <a:gd name="T46" fmla="*/ 18 w 50"/>
                <a:gd name="T47" fmla="*/ 3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0" h="60">
                  <a:moveTo>
                    <a:pt x="28" y="0"/>
                  </a:moveTo>
                  <a:cubicBezTo>
                    <a:pt x="36" y="0"/>
                    <a:pt x="40" y="1"/>
                    <a:pt x="43" y="3"/>
                  </a:cubicBezTo>
                  <a:cubicBezTo>
                    <a:pt x="48" y="5"/>
                    <a:pt x="50" y="9"/>
                    <a:pt x="50" y="15"/>
                  </a:cubicBezTo>
                  <a:cubicBezTo>
                    <a:pt x="50" y="28"/>
                    <a:pt x="39" y="37"/>
                    <a:pt x="23" y="37"/>
                  </a:cubicBezTo>
                  <a:cubicBezTo>
                    <a:pt x="22" y="37"/>
                    <a:pt x="21" y="37"/>
                    <a:pt x="18" y="37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5" y="56"/>
                    <a:pt x="5" y="56"/>
                    <a:pt x="5" y="56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28" y="0"/>
                  </a:lnTo>
                  <a:close/>
                  <a:moveTo>
                    <a:pt x="18" y="33"/>
                  </a:moveTo>
                  <a:cubicBezTo>
                    <a:pt x="20" y="33"/>
                    <a:pt x="21" y="33"/>
                    <a:pt x="22" y="33"/>
                  </a:cubicBezTo>
                  <a:cubicBezTo>
                    <a:pt x="35" y="33"/>
                    <a:pt x="42" y="27"/>
                    <a:pt x="42" y="16"/>
                  </a:cubicBezTo>
                  <a:cubicBezTo>
                    <a:pt x="42" y="8"/>
                    <a:pt x="37" y="4"/>
                    <a:pt x="28" y="4"/>
                  </a:cubicBezTo>
                  <a:cubicBezTo>
                    <a:pt x="27" y="4"/>
                    <a:pt x="27" y="4"/>
                    <a:pt x="24" y="4"/>
                  </a:cubicBezTo>
                  <a:lnTo>
                    <a:pt x="18" y="33"/>
                  </a:lnTo>
                  <a:close/>
                </a:path>
              </a:pathLst>
            </a:custGeom>
            <a:grpFill/>
            <a:ln>
              <a:solidFill>
                <a:srgbClr val="156082">
                  <a:alpha val="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+mn-ea"/>
                <a:cs typeface="+mn-cs"/>
              </a:endParaRPr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D3E5E58D-04F3-E759-EDE6-C3B2383B0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200" y="6427788"/>
              <a:ext cx="206375" cy="146050"/>
            </a:xfrm>
            <a:custGeom>
              <a:avLst/>
              <a:gdLst>
                <a:gd name="T0" fmla="*/ 13 w 61"/>
                <a:gd name="T1" fmla="*/ 0 h 43"/>
                <a:gd name="T2" fmla="*/ 15 w 61"/>
                <a:gd name="T3" fmla="*/ 35 h 43"/>
                <a:gd name="T4" fmla="*/ 31 w 61"/>
                <a:gd name="T5" fmla="*/ 2 h 43"/>
                <a:gd name="T6" fmla="*/ 37 w 61"/>
                <a:gd name="T7" fmla="*/ 1 h 43"/>
                <a:gd name="T8" fmla="*/ 39 w 61"/>
                <a:gd name="T9" fmla="*/ 36 h 43"/>
                <a:gd name="T10" fmla="*/ 43 w 61"/>
                <a:gd name="T11" fmla="*/ 30 h 43"/>
                <a:gd name="T12" fmla="*/ 53 w 61"/>
                <a:gd name="T13" fmla="*/ 12 h 43"/>
                <a:gd name="T14" fmla="*/ 52 w 61"/>
                <a:gd name="T15" fmla="*/ 2 h 43"/>
                <a:gd name="T16" fmla="*/ 56 w 61"/>
                <a:gd name="T17" fmla="*/ 0 h 43"/>
                <a:gd name="T18" fmla="*/ 61 w 61"/>
                <a:gd name="T19" fmla="*/ 5 h 43"/>
                <a:gd name="T20" fmla="*/ 38 w 61"/>
                <a:gd name="T21" fmla="*/ 43 h 43"/>
                <a:gd name="T22" fmla="*/ 33 w 61"/>
                <a:gd name="T23" fmla="*/ 43 h 43"/>
                <a:gd name="T24" fmla="*/ 31 w 61"/>
                <a:gd name="T25" fmla="*/ 12 h 43"/>
                <a:gd name="T26" fmla="*/ 14 w 61"/>
                <a:gd name="T27" fmla="*/ 43 h 43"/>
                <a:gd name="T28" fmla="*/ 8 w 61"/>
                <a:gd name="T29" fmla="*/ 43 h 43"/>
                <a:gd name="T30" fmla="*/ 9 w 61"/>
                <a:gd name="T31" fmla="*/ 41 h 43"/>
                <a:gd name="T32" fmla="*/ 7 w 61"/>
                <a:gd name="T33" fmla="*/ 6 h 43"/>
                <a:gd name="T34" fmla="*/ 0 w 61"/>
                <a:gd name="T35" fmla="*/ 5 h 43"/>
                <a:gd name="T36" fmla="*/ 0 w 61"/>
                <a:gd name="T37" fmla="*/ 3 h 43"/>
                <a:gd name="T38" fmla="*/ 10 w 61"/>
                <a:gd name="T39" fmla="*/ 0 h 43"/>
                <a:gd name="T40" fmla="*/ 13 w 61"/>
                <a:gd name="T4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1" h="43">
                  <a:moveTo>
                    <a:pt x="13" y="0"/>
                  </a:moveTo>
                  <a:cubicBezTo>
                    <a:pt x="15" y="35"/>
                    <a:pt x="15" y="35"/>
                    <a:pt x="15" y="35"/>
                  </a:cubicBezTo>
                  <a:cubicBezTo>
                    <a:pt x="25" y="16"/>
                    <a:pt x="27" y="12"/>
                    <a:pt x="31" y="2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12"/>
                    <a:pt x="38" y="21"/>
                    <a:pt x="39" y="36"/>
                  </a:cubicBezTo>
                  <a:cubicBezTo>
                    <a:pt x="41" y="33"/>
                    <a:pt x="42" y="32"/>
                    <a:pt x="43" y="30"/>
                  </a:cubicBezTo>
                  <a:cubicBezTo>
                    <a:pt x="48" y="23"/>
                    <a:pt x="52" y="17"/>
                    <a:pt x="53" y="1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3" y="1"/>
                    <a:pt x="54" y="0"/>
                    <a:pt x="56" y="0"/>
                  </a:cubicBezTo>
                  <a:cubicBezTo>
                    <a:pt x="59" y="0"/>
                    <a:pt x="61" y="2"/>
                    <a:pt x="61" y="5"/>
                  </a:cubicBezTo>
                  <a:cubicBezTo>
                    <a:pt x="61" y="11"/>
                    <a:pt x="56" y="19"/>
                    <a:pt x="38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20"/>
                    <a:pt x="23" y="26"/>
                    <a:pt x="14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13" y="0"/>
                  </a:lnTo>
                  <a:close/>
                </a:path>
              </a:pathLst>
            </a:custGeom>
            <a:grpFill/>
            <a:ln>
              <a:solidFill>
                <a:srgbClr val="156082">
                  <a:alpha val="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+mn-ea"/>
                <a:cs typeface="+mn-cs"/>
              </a:endParaRPr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87312FF7-3AFE-23C1-49BC-6059130C5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3688" y="6365875"/>
              <a:ext cx="173038" cy="211138"/>
            </a:xfrm>
            <a:custGeom>
              <a:avLst/>
              <a:gdLst>
                <a:gd name="T0" fmla="*/ 49 w 51"/>
                <a:gd name="T1" fmla="*/ 17 h 62"/>
                <a:gd name="T2" fmla="*/ 45 w 51"/>
                <a:gd name="T3" fmla="*/ 17 h 62"/>
                <a:gd name="T4" fmla="*/ 45 w 51"/>
                <a:gd name="T5" fmla="*/ 9 h 62"/>
                <a:gd name="T6" fmla="*/ 44 w 51"/>
                <a:gd name="T7" fmla="*/ 7 h 62"/>
                <a:gd name="T8" fmla="*/ 35 w 51"/>
                <a:gd name="T9" fmla="*/ 5 h 62"/>
                <a:gd name="T10" fmla="*/ 9 w 51"/>
                <a:gd name="T11" fmla="*/ 38 h 62"/>
                <a:gd name="T12" fmla="*/ 27 w 51"/>
                <a:gd name="T13" fmla="*/ 57 h 62"/>
                <a:gd name="T14" fmla="*/ 34 w 51"/>
                <a:gd name="T15" fmla="*/ 56 h 62"/>
                <a:gd name="T16" fmla="*/ 36 w 51"/>
                <a:gd name="T17" fmla="*/ 55 h 62"/>
                <a:gd name="T18" fmla="*/ 40 w 51"/>
                <a:gd name="T19" fmla="*/ 45 h 62"/>
                <a:gd name="T20" fmla="*/ 44 w 51"/>
                <a:gd name="T21" fmla="*/ 45 h 62"/>
                <a:gd name="T22" fmla="*/ 41 w 51"/>
                <a:gd name="T23" fmla="*/ 59 h 62"/>
                <a:gd name="T24" fmla="*/ 24 w 51"/>
                <a:gd name="T25" fmla="*/ 62 h 62"/>
                <a:gd name="T26" fmla="*/ 0 w 51"/>
                <a:gd name="T27" fmla="*/ 37 h 62"/>
                <a:gd name="T28" fmla="*/ 35 w 51"/>
                <a:gd name="T29" fmla="*/ 0 h 62"/>
                <a:gd name="T30" fmla="*/ 51 w 51"/>
                <a:gd name="T31" fmla="*/ 3 h 62"/>
                <a:gd name="T32" fmla="*/ 49 w 51"/>
                <a:gd name="T33" fmla="*/ 1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1" h="62">
                  <a:moveTo>
                    <a:pt x="49" y="17"/>
                  </a:moveTo>
                  <a:cubicBezTo>
                    <a:pt x="45" y="17"/>
                    <a:pt x="45" y="17"/>
                    <a:pt x="45" y="17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1" y="5"/>
                    <a:pt x="39" y="5"/>
                    <a:pt x="35" y="5"/>
                  </a:cubicBezTo>
                  <a:cubicBezTo>
                    <a:pt x="20" y="5"/>
                    <a:pt x="9" y="19"/>
                    <a:pt x="9" y="38"/>
                  </a:cubicBezTo>
                  <a:cubicBezTo>
                    <a:pt x="9" y="50"/>
                    <a:pt x="15" y="57"/>
                    <a:pt x="27" y="57"/>
                  </a:cubicBezTo>
                  <a:cubicBezTo>
                    <a:pt x="29" y="57"/>
                    <a:pt x="31" y="57"/>
                    <a:pt x="34" y="56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1" y="59"/>
                    <a:pt x="41" y="59"/>
                    <a:pt x="41" y="59"/>
                  </a:cubicBezTo>
                  <a:cubicBezTo>
                    <a:pt x="34" y="61"/>
                    <a:pt x="29" y="62"/>
                    <a:pt x="24" y="62"/>
                  </a:cubicBezTo>
                  <a:cubicBezTo>
                    <a:pt x="9" y="62"/>
                    <a:pt x="0" y="52"/>
                    <a:pt x="0" y="37"/>
                  </a:cubicBezTo>
                  <a:cubicBezTo>
                    <a:pt x="0" y="17"/>
                    <a:pt x="16" y="0"/>
                    <a:pt x="35" y="0"/>
                  </a:cubicBezTo>
                  <a:cubicBezTo>
                    <a:pt x="40" y="0"/>
                    <a:pt x="45" y="1"/>
                    <a:pt x="51" y="3"/>
                  </a:cubicBezTo>
                  <a:lnTo>
                    <a:pt x="49" y="17"/>
                  </a:lnTo>
                  <a:close/>
                </a:path>
              </a:pathLst>
            </a:custGeom>
            <a:grpFill/>
            <a:ln>
              <a:solidFill>
                <a:srgbClr val="156082">
                  <a:alpha val="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+mn-ea"/>
                <a:cs typeface="+mn-cs"/>
              </a:endParaRPr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0D1636DB-F680-83C0-2DA2-742B2351E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1813" y="6427788"/>
              <a:ext cx="146050" cy="146050"/>
            </a:xfrm>
            <a:custGeom>
              <a:avLst/>
              <a:gdLst>
                <a:gd name="T0" fmla="*/ 15 w 43"/>
                <a:gd name="T1" fmla="*/ 0 h 43"/>
                <a:gd name="T2" fmla="*/ 14 w 43"/>
                <a:gd name="T3" fmla="*/ 9 h 43"/>
                <a:gd name="T4" fmla="*/ 31 w 43"/>
                <a:gd name="T5" fmla="*/ 0 h 43"/>
                <a:gd name="T6" fmla="*/ 38 w 43"/>
                <a:gd name="T7" fmla="*/ 7 h 43"/>
                <a:gd name="T8" fmla="*/ 37 w 43"/>
                <a:gd name="T9" fmla="*/ 15 h 43"/>
                <a:gd name="T10" fmla="*/ 34 w 43"/>
                <a:gd name="T11" fmla="*/ 29 h 43"/>
                <a:gd name="T12" fmla="*/ 33 w 43"/>
                <a:gd name="T13" fmla="*/ 34 h 43"/>
                <a:gd name="T14" fmla="*/ 38 w 43"/>
                <a:gd name="T15" fmla="*/ 39 h 43"/>
                <a:gd name="T16" fmla="*/ 43 w 43"/>
                <a:gd name="T17" fmla="*/ 38 h 43"/>
                <a:gd name="T18" fmla="*/ 43 w 43"/>
                <a:gd name="T19" fmla="*/ 40 h 43"/>
                <a:gd name="T20" fmla="*/ 32 w 43"/>
                <a:gd name="T21" fmla="*/ 43 h 43"/>
                <a:gd name="T22" fmla="*/ 26 w 43"/>
                <a:gd name="T23" fmla="*/ 38 h 43"/>
                <a:gd name="T24" fmla="*/ 26 w 43"/>
                <a:gd name="T25" fmla="*/ 33 h 43"/>
                <a:gd name="T26" fmla="*/ 30 w 43"/>
                <a:gd name="T27" fmla="*/ 17 h 43"/>
                <a:gd name="T28" fmla="*/ 31 w 43"/>
                <a:gd name="T29" fmla="*/ 11 h 43"/>
                <a:gd name="T30" fmla="*/ 26 w 43"/>
                <a:gd name="T31" fmla="*/ 5 h 43"/>
                <a:gd name="T32" fmla="*/ 13 w 43"/>
                <a:gd name="T33" fmla="*/ 13 h 43"/>
                <a:gd name="T34" fmla="*/ 8 w 43"/>
                <a:gd name="T35" fmla="*/ 43 h 43"/>
                <a:gd name="T36" fmla="*/ 0 w 43"/>
                <a:gd name="T37" fmla="*/ 43 h 43"/>
                <a:gd name="T38" fmla="*/ 7 w 43"/>
                <a:gd name="T39" fmla="*/ 7 h 43"/>
                <a:gd name="T40" fmla="*/ 0 w 43"/>
                <a:gd name="T41" fmla="*/ 5 h 43"/>
                <a:gd name="T42" fmla="*/ 0 w 43"/>
                <a:gd name="T43" fmla="*/ 3 h 43"/>
                <a:gd name="T44" fmla="*/ 13 w 43"/>
                <a:gd name="T45" fmla="*/ 0 h 43"/>
                <a:gd name="T46" fmla="*/ 15 w 43"/>
                <a:gd name="T4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43">
                  <a:moveTo>
                    <a:pt x="15" y="0"/>
                  </a:moveTo>
                  <a:cubicBezTo>
                    <a:pt x="14" y="9"/>
                    <a:pt x="14" y="9"/>
                    <a:pt x="14" y="9"/>
                  </a:cubicBezTo>
                  <a:cubicBezTo>
                    <a:pt x="22" y="2"/>
                    <a:pt x="26" y="0"/>
                    <a:pt x="31" y="0"/>
                  </a:cubicBezTo>
                  <a:cubicBezTo>
                    <a:pt x="35" y="0"/>
                    <a:pt x="38" y="3"/>
                    <a:pt x="38" y="7"/>
                  </a:cubicBezTo>
                  <a:cubicBezTo>
                    <a:pt x="38" y="9"/>
                    <a:pt x="38" y="10"/>
                    <a:pt x="37" y="15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3" y="32"/>
                    <a:pt x="33" y="33"/>
                    <a:pt x="33" y="34"/>
                  </a:cubicBezTo>
                  <a:cubicBezTo>
                    <a:pt x="33" y="37"/>
                    <a:pt x="35" y="39"/>
                    <a:pt x="38" y="39"/>
                  </a:cubicBezTo>
                  <a:cubicBezTo>
                    <a:pt x="39" y="39"/>
                    <a:pt x="40" y="38"/>
                    <a:pt x="43" y="38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37" y="43"/>
                    <a:pt x="35" y="43"/>
                    <a:pt x="32" y="43"/>
                  </a:cubicBezTo>
                  <a:cubicBezTo>
                    <a:pt x="28" y="43"/>
                    <a:pt x="26" y="41"/>
                    <a:pt x="26" y="38"/>
                  </a:cubicBezTo>
                  <a:cubicBezTo>
                    <a:pt x="26" y="37"/>
                    <a:pt x="26" y="35"/>
                    <a:pt x="26" y="33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5"/>
                    <a:pt x="31" y="12"/>
                    <a:pt x="31" y="11"/>
                  </a:cubicBezTo>
                  <a:cubicBezTo>
                    <a:pt x="31" y="7"/>
                    <a:pt x="29" y="5"/>
                    <a:pt x="26" y="5"/>
                  </a:cubicBezTo>
                  <a:cubicBezTo>
                    <a:pt x="23" y="5"/>
                    <a:pt x="19" y="8"/>
                    <a:pt x="13" y="1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5" y="0"/>
                  </a:lnTo>
                  <a:close/>
                </a:path>
              </a:pathLst>
            </a:custGeom>
            <a:grpFill/>
            <a:ln>
              <a:solidFill>
                <a:srgbClr val="156082">
                  <a:alpha val="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+mn-ea"/>
                <a:cs typeface="+mn-cs"/>
              </a:endParaRPr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0D31E3FA-C94B-84B6-3CCE-CD5FE088AD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73738" y="6427788"/>
              <a:ext cx="106363" cy="146050"/>
            </a:xfrm>
            <a:custGeom>
              <a:avLst/>
              <a:gdLst>
                <a:gd name="T0" fmla="*/ 30 w 31"/>
                <a:gd name="T1" fmla="*/ 35 h 43"/>
                <a:gd name="T2" fmla="*/ 13 w 31"/>
                <a:gd name="T3" fmla="*/ 43 h 43"/>
                <a:gd name="T4" fmla="*/ 0 w 31"/>
                <a:gd name="T5" fmla="*/ 27 h 43"/>
                <a:gd name="T6" fmla="*/ 10 w 31"/>
                <a:gd name="T7" fmla="*/ 5 h 43"/>
                <a:gd name="T8" fmla="*/ 22 w 31"/>
                <a:gd name="T9" fmla="*/ 0 h 43"/>
                <a:gd name="T10" fmla="*/ 31 w 31"/>
                <a:gd name="T11" fmla="*/ 9 h 43"/>
                <a:gd name="T12" fmla="*/ 7 w 31"/>
                <a:gd name="T13" fmla="*/ 23 h 43"/>
                <a:gd name="T14" fmla="*/ 7 w 31"/>
                <a:gd name="T15" fmla="*/ 27 h 43"/>
                <a:gd name="T16" fmla="*/ 16 w 31"/>
                <a:gd name="T17" fmla="*/ 38 h 43"/>
                <a:gd name="T18" fmla="*/ 30 w 31"/>
                <a:gd name="T19" fmla="*/ 31 h 43"/>
                <a:gd name="T20" fmla="*/ 30 w 31"/>
                <a:gd name="T21" fmla="*/ 35 h 43"/>
                <a:gd name="T22" fmla="*/ 19 w 31"/>
                <a:gd name="T23" fmla="*/ 17 h 43"/>
                <a:gd name="T24" fmla="*/ 25 w 31"/>
                <a:gd name="T25" fmla="*/ 9 h 43"/>
                <a:gd name="T26" fmla="*/ 20 w 31"/>
                <a:gd name="T27" fmla="*/ 4 h 43"/>
                <a:gd name="T28" fmla="*/ 7 w 31"/>
                <a:gd name="T29" fmla="*/ 20 h 43"/>
                <a:gd name="T30" fmla="*/ 19 w 31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" h="43">
                  <a:moveTo>
                    <a:pt x="30" y="35"/>
                  </a:moveTo>
                  <a:cubicBezTo>
                    <a:pt x="24" y="41"/>
                    <a:pt x="19" y="43"/>
                    <a:pt x="13" y="43"/>
                  </a:cubicBezTo>
                  <a:cubicBezTo>
                    <a:pt x="5" y="43"/>
                    <a:pt x="0" y="37"/>
                    <a:pt x="0" y="27"/>
                  </a:cubicBezTo>
                  <a:cubicBezTo>
                    <a:pt x="0" y="18"/>
                    <a:pt x="4" y="10"/>
                    <a:pt x="10" y="5"/>
                  </a:cubicBezTo>
                  <a:cubicBezTo>
                    <a:pt x="14" y="2"/>
                    <a:pt x="18" y="0"/>
                    <a:pt x="22" y="0"/>
                  </a:cubicBezTo>
                  <a:cubicBezTo>
                    <a:pt x="27" y="0"/>
                    <a:pt x="31" y="4"/>
                    <a:pt x="31" y="9"/>
                  </a:cubicBezTo>
                  <a:cubicBezTo>
                    <a:pt x="31" y="17"/>
                    <a:pt x="22" y="22"/>
                    <a:pt x="7" y="23"/>
                  </a:cubicBezTo>
                  <a:cubicBezTo>
                    <a:pt x="7" y="24"/>
                    <a:pt x="7" y="26"/>
                    <a:pt x="7" y="27"/>
                  </a:cubicBezTo>
                  <a:cubicBezTo>
                    <a:pt x="7" y="34"/>
                    <a:pt x="10" y="38"/>
                    <a:pt x="16" y="38"/>
                  </a:cubicBezTo>
                  <a:cubicBezTo>
                    <a:pt x="20" y="38"/>
                    <a:pt x="24" y="36"/>
                    <a:pt x="30" y="31"/>
                  </a:cubicBezTo>
                  <a:lnTo>
                    <a:pt x="30" y="35"/>
                  </a:lnTo>
                  <a:close/>
                  <a:moveTo>
                    <a:pt x="19" y="17"/>
                  </a:moveTo>
                  <a:cubicBezTo>
                    <a:pt x="23" y="14"/>
                    <a:pt x="25" y="12"/>
                    <a:pt x="25" y="9"/>
                  </a:cubicBezTo>
                  <a:cubicBezTo>
                    <a:pt x="25" y="6"/>
                    <a:pt x="23" y="4"/>
                    <a:pt x="20" y="4"/>
                  </a:cubicBezTo>
                  <a:cubicBezTo>
                    <a:pt x="15" y="4"/>
                    <a:pt x="10" y="10"/>
                    <a:pt x="7" y="20"/>
                  </a:cubicBezTo>
                  <a:cubicBezTo>
                    <a:pt x="13" y="20"/>
                    <a:pt x="16" y="19"/>
                    <a:pt x="19" y="17"/>
                  </a:cubicBezTo>
                  <a:close/>
                </a:path>
              </a:pathLst>
            </a:custGeom>
            <a:grpFill/>
            <a:ln>
              <a:solidFill>
                <a:srgbClr val="156082">
                  <a:alpha val="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+mn-ea"/>
                <a:cs typeface="+mn-cs"/>
              </a:endParaRPr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469D4634-A4FF-4CE4-50B9-29DEF12EA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2325" y="6399213"/>
              <a:ext cx="88900" cy="174625"/>
            </a:xfrm>
            <a:custGeom>
              <a:avLst/>
              <a:gdLst>
                <a:gd name="T0" fmla="*/ 15 w 26"/>
                <a:gd name="T1" fmla="*/ 0 h 51"/>
                <a:gd name="T2" fmla="*/ 13 w 26"/>
                <a:gd name="T3" fmla="*/ 10 h 51"/>
                <a:gd name="T4" fmla="*/ 26 w 26"/>
                <a:gd name="T5" fmla="*/ 10 h 51"/>
                <a:gd name="T6" fmla="*/ 26 w 26"/>
                <a:gd name="T7" fmla="*/ 13 h 51"/>
                <a:gd name="T8" fmla="*/ 13 w 26"/>
                <a:gd name="T9" fmla="*/ 13 h 51"/>
                <a:gd name="T10" fmla="*/ 8 w 26"/>
                <a:gd name="T11" fmla="*/ 37 h 51"/>
                <a:gd name="T12" fmla="*/ 8 w 26"/>
                <a:gd name="T13" fmla="*/ 41 h 51"/>
                <a:gd name="T14" fmla="*/ 13 w 26"/>
                <a:gd name="T15" fmla="*/ 46 h 51"/>
                <a:gd name="T16" fmla="*/ 21 w 26"/>
                <a:gd name="T17" fmla="*/ 44 h 51"/>
                <a:gd name="T18" fmla="*/ 21 w 26"/>
                <a:gd name="T19" fmla="*/ 47 h 51"/>
                <a:gd name="T20" fmla="*/ 7 w 26"/>
                <a:gd name="T21" fmla="*/ 51 h 51"/>
                <a:gd name="T22" fmla="*/ 0 w 26"/>
                <a:gd name="T23" fmla="*/ 43 h 51"/>
                <a:gd name="T24" fmla="*/ 1 w 26"/>
                <a:gd name="T25" fmla="*/ 37 h 51"/>
                <a:gd name="T26" fmla="*/ 6 w 26"/>
                <a:gd name="T27" fmla="*/ 13 h 51"/>
                <a:gd name="T28" fmla="*/ 0 w 26"/>
                <a:gd name="T29" fmla="*/ 14 h 51"/>
                <a:gd name="T30" fmla="*/ 0 w 26"/>
                <a:gd name="T31" fmla="*/ 11 h 51"/>
                <a:gd name="T32" fmla="*/ 7 w 26"/>
                <a:gd name="T33" fmla="*/ 8 h 51"/>
                <a:gd name="T34" fmla="*/ 11 w 26"/>
                <a:gd name="T35" fmla="*/ 0 h 51"/>
                <a:gd name="T36" fmla="*/ 15 w 26"/>
                <a:gd name="T3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51">
                  <a:moveTo>
                    <a:pt x="15" y="0"/>
                  </a:moveTo>
                  <a:cubicBezTo>
                    <a:pt x="13" y="10"/>
                    <a:pt x="13" y="10"/>
                    <a:pt x="13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9"/>
                    <a:pt x="8" y="40"/>
                    <a:pt x="8" y="41"/>
                  </a:cubicBezTo>
                  <a:cubicBezTo>
                    <a:pt x="8" y="44"/>
                    <a:pt x="9" y="46"/>
                    <a:pt x="13" y="46"/>
                  </a:cubicBezTo>
                  <a:cubicBezTo>
                    <a:pt x="15" y="46"/>
                    <a:pt x="18" y="46"/>
                    <a:pt x="21" y="4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15" y="50"/>
                    <a:pt x="11" y="51"/>
                    <a:pt x="7" y="51"/>
                  </a:cubicBezTo>
                  <a:cubicBezTo>
                    <a:pt x="3" y="51"/>
                    <a:pt x="0" y="48"/>
                    <a:pt x="0" y="43"/>
                  </a:cubicBezTo>
                  <a:cubicBezTo>
                    <a:pt x="0" y="41"/>
                    <a:pt x="1" y="40"/>
                    <a:pt x="1" y="37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11" y="0"/>
                    <a:pt x="11" y="0"/>
                    <a:pt x="11" y="0"/>
                  </a:cubicBezTo>
                  <a:lnTo>
                    <a:pt x="15" y="0"/>
                  </a:lnTo>
                  <a:close/>
                </a:path>
              </a:pathLst>
            </a:custGeom>
            <a:grpFill/>
            <a:ln>
              <a:solidFill>
                <a:srgbClr val="156082">
                  <a:alpha val="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+mn-ea"/>
                <a:cs typeface="+mn-cs"/>
              </a:endParaRPr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725E4746-DFEE-D41B-1981-A77791AF6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0750" y="6427788"/>
              <a:ext cx="204788" cy="146050"/>
            </a:xfrm>
            <a:custGeom>
              <a:avLst/>
              <a:gdLst>
                <a:gd name="T0" fmla="*/ 13 w 60"/>
                <a:gd name="T1" fmla="*/ 0 h 43"/>
                <a:gd name="T2" fmla="*/ 15 w 60"/>
                <a:gd name="T3" fmla="*/ 35 h 43"/>
                <a:gd name="T4" fmla="*/ 31 w 60"/>
                <a:gd name="T5" fmla="*/ 2 h 43"/>
                <a:gd name="T6" fmla="*/ 37 w 60"/>
                <a:gd name="T7" fmla="*/ 1 h 43"/>
                <a:gd name="T8" fmla="*/ 39 w 60"/>
                <a:gd name="T9" fmla="*/ 36 h 43"/>
                <a:gd name="T10" fmla="*/ 43 w 60"/>
                <a:gd name="T11" fmla="*/ 30 h 43"/>
                <a:gd name="T12" fmla="*/ 53 w 60"/>
                <a:gd name="T13" fmla="*/ 12 h 43"/>
                <a:gd name="T14" fmla="*/ 51 w 60"/>
                <a:gd name="T15" fmla="*/ 2 h 43"/>
                <a:gd name="T16" fmla="*/ 56 w 60"/>
                <a:gd name="T17" fmla="*/ 0 h 43"/>
                <a:gd name="T18" fmla="*/ 60 w 60"/>
                <a:gd name="T19" fmla="*/ 5 h 43"/>
                <a:gd name="T20" fmla="*/ 38 w 60"/>
                <a:gd name="T21" fmla="*/ 43 h 43"/>
                <a:gd name="T22" fmla="*/ 33 w 60"/>
                <a:gd name="T23" fmla="*/ 43 h 43"/>
                <a:gd name="T24" fmla="*/ 31 w 60"/>
                <a:gd name="T25" fmla="*/ 12 h 43"/>
                <a:gd name="T26" fmla="*/ 14 w 60"/>
                <a:gd name="T27" fmla="*/ 43 h 43"/>
                <a:gd name="T28" fmla="*/ 8 w 60"/>
                <a:gd name="T29" fmla="*/ 43 h 43"/>
                <a:gd name="T30" fmla="*/ 9 w 60"/>
                <a:gd name="T31" fmla="*/ 41 h 43"/>
                <a:gd name="T32" fmla="*/ 6 w 60"/>
                <a:gd name="T33" fmla="*/ 6 h 43"/>
                <a:gd name="T34" fmla="*/ 0 w 60"/>
                <a:gd name="T35" fmla="*/ 5 h 43"/>
                <a:gd name="T36" fmla="*/ 0 w 60"/>
                <a:gd name="T37" fmla="*/ 3 h 43"/>
                <a:gd name="T38" fmla="*/ 10 w 60"/>
                <a:gd name="T39" fmla="*/ 0 h 43"/>
                <a:gd name="T40" fmla="*/ 13 w 60"/>
                <a:gd name="T4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0" h="43">
                  <a:moveTo>
                    <a:pt x="13" y="0"/>
                  </a:moveTo>
                  <a:cubicBezTo>
                    <a:pt x="15" y="35"/>
                    <a:pt x="15" y="35"/>
                    <a:pt x="15" y="35"/>
                  </a:cubicBezTo>
                  <a:cubicBezTo>
                    <a:pt x="25" y="16"/>
                    <a:pt x="27" y="12"/>
                    <a:pt x="31" y="2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12"/>
                    <a:pt x="38" y="21"/>
                    <a:pt x="39" y="36"/>
                  </a:cubicBezTo>
                  <a:cubicBezTo>
                    <a:pt x="41" y="33"/>
                    <a:pt x="42" y="32"/>
                    <a:pt x="43" y="30"/>
                  </a:cubicBezTo>
                  <a:cubicBezTo>
                    <a:pt x="48" y="23"/>
                    <a:pt x="52" y="17"/>
                    <a:pt x="53" y="12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3" y="1"/>
                    <a:pt x="54" y="0"/>
                    <a:pt x="56" y="0"/>
                  </a:cubicBezTo>
                  <a:cubicBezTo>
                    <a:pt x="59" y="0"/>
                    <a:pt x="60" y="2"/>
                    <a:pt x="60" y="5"/>
                  </a:cubicBezTo>
                  <a:cubicBezTo>
                    <a:pt x="60" y="11"/>
                    <a:pt x="56" y="19"/>
                    <a:pt x="38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20"/>
                    <a:pt x="23" y="26"/>
                    <a:pt x="14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13" y="0"/>
                  </a:lnTo>
                  <a:close/>
                </a:path>
              </a:pathLst>
            </a:custGeom>
            <a:grpFill/>
            <a:ln>
              <a:solidFill>
                <a:srgbClr val="156082">
                  <a:alpha val="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+mn-ea"/>
                <a:cs typeface="+mn-cs"/>
              </a:endParaRPr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531A099C-F3C0-EEB6-8E7F-453B473D43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8713" y="6427788"/>
              <a:ext cx="128588" cy="146050"/>
            </a:xfrm>
            <a:custGeom>
              <a:avLst/>
              <a:gdLst>
                <a:gd name="T0" fmla="*/ 38 w 38"/>
                <a:gd name="T1" fmla="*/ 17 h 43"/>
                <a:gd name="T2" fmla="*/ 15 w 38"/>
                <a:gd name="T3" fmla="*/ 43 h 43"/>
                <a:gd name="T4" fmla="*/ 0 w 38"/>
                <a:gd name="T5" fmla="*/ 27 h 43"/>
                <a:gd name="T6" fmla="*/ 23 w 38"/>
                <a:gd name="T7" fmla="*/ 0 h 43"/>
                <a:gd name="T8" fmla="*/ 38 w 38"/>
                <a:gd name="T9" fmla="*/ 17 h 43"/>
                <a:gd name="T10" fmla="*/ 8 w 38"/>
                <a:gd name="T11" fmla="*/ 26 h 43"/>
                <a:gd name="T12" fmla="*/ 16 w 38"/>
                <a:gd name="T13" fmla="*/ 40 h 43"/>
                <a:gd name="T14" fmla="*/ 30 w 38"/>
                <a:gd name="T15" fmla="*/ 17 h 43"/>
                <a:gd name="T16" fmla="*/ 22 w 38"/>
                <a:gd name="T17" fmla="*/ 4 h 43"/>
                <a:gd name="T18" fmla="*/ 8 w 38"/>
                <a:gd name="T19" fmla="*/ 2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38" y="17"/>
                  </a:moveTo>
                  <a:cubicBezTo>
                    <a:pt x="38" y="31"/>
                    <a:pt x="28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ubicBezTo>
                    <a:pt x="0" y="12"/>
                    <a:pt x="10" y="0"/>
                    <a:pt x="23" y="0"/>
                  </a:cubicBezTo>
                  <a:cubicBezTo>
                    <a:pt x="32" y="0"/>
                    <a:pt x="38" y="7"/>
                    <a:pt x="38" y="17"/>
                  </a:cubicBezTo>
                  <a:close/>
                  <a:moveTo>
                    <a:pt x="8" y="26"/>
                  </a:moveTo>
                  <a:cubicBezTo>
                    <a:pt x="8" y="35"/>
                    <a:pt x="11" y="40"/>
                    <a:pt x="16" y="40"/>
                  </a:cubicBezTo>
                  <a:cubicBezTo>
                    <a:pt x="24" y="40"/>
                    <a:pt x="30" y="30"/>
                    <a:pt x="30" y="17"/>
                  </a:cubicBezTo>
                  <a:cubicBezTo>
                    <a:pt x="30" y="8"/>
                    <a:pt x="27" y="4"/>
                    <a:pt x="22" y="4"/>
                  </a:cubicBezTo>
                  <a:cubicBezTo>
                    <a:pt x="14" y="4"/>
                    <a:pt x="8" y="14"/>
                    <a:pt x="8" y="26"/>
                  </a:cubicBezTo>
                  <a:close/>
                </a:path>
              </a:pathLst>
            </a:custGeom>
            <a:grpFill/>
            <a:ln>
              <a:solidFill>
                <a:srgbClr val="156082">
                  <a:alpha val="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+mn-ea"/>
                <a:cs typeface="+mn-cs"/>
              </a:endParaRPr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52DA1E0F-46A7-851A-D8AE-8F31E2035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4763" y="6427788"/>
              <a:ext cx="111125" cy="146050"/>
            </a:xfrm>
            <a:custGeom>
              <a:avLst/>
              <a:gdLst>
                <a:gd name="T0" fmla="*/ 15 w 33"/>
                <a:gd name="T1" fmla="*/ 0 h 43"/>
                <a:gd name="T2" fmla="*/ 12 w 33"/>
                <a:gd name="T3" fmla="*/ 12 h 43"/>
                <a:gd name="T4" fmla="*/ 28 w 33"/>
                <a:gd name="T5" fmla="*/ 0 h 43"/>
                <a:gd name="T6" fmla="*/ 33 w 33"/>
                <a:gd name="T7" fmla="*/ 5 h 43"/>
                <a:gd name="T8" fmla="*/ 27 w 33"/>
                <a:gd name="T9" fmla="*/ 10 h 43"/>
                <a:gd name="T10" fmla="*/ 26 w 33"/>
                <a:gd name="T11" fmla="*/ 10 h 43"/>
                <a:gd name="T12" fmla="*/ 24 w 33"/>
                <a:gd name="T13" fmla="*/ 6 h 43"/>
                <a:gd name="T14" fmla="*/ 11 w 33"/>
                <a:gd name="T15" fmla="*/ 22 h 43"/>
                <a:gd name="T16" fmla="*/ 8 w 33"/>
                <a:gd name="T17" fmla="*/ 43 h 43"/>
                <a:gd name="T18" fmla="*/ 0 w 33"/>
                <a:gd name="T19" fmla="*/ 43 h 43"/>
                <a:gd name="T20" fmla="*/ 8 w 33"/>
                <a:gd name="T21" fmla="*/ 7 h 43"/>
                <a:gd name="T22" fmla="*/ 0 w 33"/>
                <a:gd name="T23" fmla="*/ 5 h 43"/>
                <a:gd name="T24" fmla="*/ 0 w 33"/>
                <a:gd name="T25" fmla="*/ 3 h 43"/>
                <a:gd name="T26" fmla="*/ 13 w 33"/>
                <a:gd name="T27" fmla="*/ 0 h 43"/>
                <a:gd name="T28" fmla="*/ 15 w 33"/>
                <a:gd name="T2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" h="43">
                  <a:moveTo>
                    <a:pt x="15" y="0"/>
                  </a:moveTo>
                  <a:cubicBezTo>
                    <a:pt x="12" y="12"/>
                    <a:pt x="12" y="12"/>
                    <a:pt x="12" y="12"/>
                  </a:cubicBezTo>
                  <a:cubicBezTo>
                    <a:pt x="19" y="4"/>
                    <a:pt x="23" y="0"/>
                    <a:pt x="28" y="0"/>
                  </a:cubicBezTo>
                  <a:cubicBezTo>
                    <a:pt x="31" y="0"/>
                    <a:pt x="33" y="2"/>
                    <a:pt x="33" y="5"/>
                  </a:cubicBezTo>
                  <a:cubicBezTo>
                    <a:pt x="33" y="8"/>
                    <a:pt x="30" y="10"/>
                    <a:pt x="27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16" y="9"/>
                    <a:pt x="13" y="13"/>
                    <a:pt x="11" y="22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5" y="0"/>
                  </a:lnTo>
                  <a:close/>
                </a:path>
              </a:pathLst>
            </a:custGeom>
            <a:grpFill/>
            <a:ln>
              <a:solidFill>
                <a:srgbClr val="156082">
                  <a:alpha val="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+mn-ea"/>
                <a:cs typeface="+mn-cs"/>
              </a:endParaRPr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FE88E33C-D122-87DA-666B-1EFC2B109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888" y="6351588"/>
              <a:ext cx="139700" cy="222250"/>
            </a:xfrm>
            <a:custGeom>
              <a:avLst/>
              <a:gdLst>
                <a:gd name="T0" fmla="*/ 20 w 41"/>
                <a:gd name="T1" fmla="*/ 0 h 65"/>
                <a:gd name="T2" fmla="*/ 11 w 41"/>
                <a:gd name="T3" fmla="*/ 44 h 65"/>
                <a:gd name="T4" fmla="*/ 27 w 41"/>
                <a:gd name="T5" fmla="*/ 27 h 65"/>
                <a:gd name="T6" fmla="*/ 35 w 41"/>
                <a:gd name="T7" fmla="*/ 22 h 65"/>
                <a:gd name="T8" fmla="*/ 40 w 41"/>
                <a:gd name="T9" fmla="*/ 27 h 65"/>
                <a:gd name="T10" fmla="*/ 35 w 41"/>
                <a:gd name="T11" fmla="*/ 32 h 65"/>
                <a:gd name="T12" fmla="*/ 32 w 41"/>
                <a:gd name="T13" fmla="*/ 29 h 65"/>
                <a:gd name="T14" fmla="*/ 21 w 41"/>
                <a:gd name="T15" fmla="*/ 38 h 65"/>
                <a:gd name="T16" fmla="*/ 29 w 41"/>
                <a:gd name="T17" fmla="*/ 55 h 65"/>
                <a:gd name="T18" fmla="*/ 37 w 41"/>
                <a:gd name="T19" fmla="*/ 61 h 65"/>
                <a:gd name="T20" fmla="*/ 41 w 41"/>
                <a:gd name="T21" fmla="*/ 60 h 65"/>
                <a:gd name="T22" fmla="*/ 41 w 41"/>
                <a:gd name="T23" fmla="*/ 63 h 65"/>
                <a:gd name="T24" fmla="*/ 31 w 41"/>
                <a:gd name="T25" fmla="*/ 65 h 65"/>
                <a:gd name="T26" fmla="*/ 23 w 41"/>
                <a:gd name="T27" fmla="*/ 58 h 65"/>
                <a:gd name="T28" fmla="*/ 15 w 41"/>
                <a:gd name="T29" fmla="*/ 43 h 65"/>
                <a:gd name="T30" fmla="*/ 10 w 41"/>
                <a:gd name="T31" fmla="*/ 48 h 65"/>
                <a:gd name="T32" fmla="*/ 8 w 41"/>
                <a:gd name="T33" fmla="*/ 65 h 65"/>
                <a:gd name="T34" fmla="*/ 0 w 41"/>
                <a:gd name="T35" fmla="*/ 65 h 65"/>
                <a:gd name="T36" fmla="*/ 12 w 41"/>
                <a:gd name="T37" fmla="*/ 5 h 65"/>
                <a:gd name="T38" fmla="*/ 4 w 41"/>
                <a:gd name="T39" fmla="*/ 5 h 65"/>
                <a:gd name="T40" fmla="*/ 4 w 41"/>
                <a:gd name="T41" fmla="*/ 2 h 65"/>
                <a:gd name="T42" fmla="*/ 18 w 41"/>
                <a:gd name="T43" fmla="*/ 0 h 65"/>
                <a:gd name="T44" fmla="*/ 20 w 41"/>
                <a:gd name="T4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" h="65">
                  <a:moveTo>
                    <a:pt x="20" y="0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30" y="24"/>
                    <a:pt x="33" y="22"/>
                    <a:pt x="35" y="22"/>
                  </a:cubicBezTo>
                  <a:cubicBezTo>
                    <a:pt x="38" y="22"/>
                    <a:pt x="40" y="24"/>
                    <a:pt x="40" y="27"/>
                  </a:cubicBezTo>
                  <a:cubicBezTo>
                    <a:pt x="40" y="29"/>
                    <a:pt x="39" y="30"/>
                    <a:pt x="35" y="32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28" y="31"/>
                    <a:pt x="26" y="33"/>
                    <a:pt x="21" y="38"/>
                  </a:cubicBezTo>
                  <a:cubicBezTo>
                    <a:pt x="25" y="49"/>
                    <a:pt x="26" y="51"/>
                    <a:pt x="29" y="55"/>
                  </a:cubicBezTo>
                  <a:cubicBezTo>
                    <a:pt x="31" y="59"/>
                    <a:pt x="34" y="61"/>
                    <a:pt x="37" y="61"/>
                  </a:cubicBezTo>
                  <a:cubicBezTo>
                    <a:pt x="38" y="61"/>
                    <a:pt x="40" y="61"/>
                    <a:pt x="41" y="60"/>
                  </a:cubicBezTo>
                  <a:cubicBezTo>
                    <a:pt x="41" y="63"/>
                    <a:pt x="41" y="63"/>
                    <a:pt x="41" y="63"/>
                  </a:cubicBezTo>
                  <a:cubicBezTo>
                    <a:pt x="36" y="64"/>
                    <a:pt x="33" y="65"/>
                    <a:pt x="31" y="65"/>
                  </a:cubicBezTo>
                  <a:cubicBezTo>
                    <a:pt x="28" y="65"/>
                    <a:pt x="25" y="63"/>
                    <a:pt x="23" y="58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20" y="0"/>
                  </a:lnTo>
                  <a:close/>
                </a:path>
              </a:pathLst>
            </a:custGeom>
            <a:grpFill/>
            <a:ln>
              <a:solidFill>
                <a:srgbClr val="156082">
                  <a:alpha val="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+mn-ea"/>
                <a:cs typeface="+mn-cs"/>
              </a:endParaRPr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CAE247E4-9E83-97CD-B964-4BD757B79B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38550" y="5445125"/>
              <a:ext cx="3849688" cy="822325"/>
            </a:xfrm>
            <a:custGeom>
              <a:avLst/>
              <a:gdLst>
                <a:gd name="T0" fmla="*/ 804 w 1134"/>
                <a:gd name="T1" fmla="*/ 203 h 241"/>
                <a:gd name="T2" fmla="*/ 750 w 1134"/>
                <a:gd name="T3" fmla="*/ 182 h 241"/>
                <a:gd name="T4" fmla="*/ 403 w 1134"/>
                <a:gd name="T5" fmla="*/ 162 h 241"/>
                <a:gd name="T6" fmla="*/ 423 w 1134"/>
                <a:gd name="T7" fmla="*/ 119 h 241"/>
                <a:gd name="T8" fmla="*/ 1017 w 1134"/>
                <a:gd name="T9" fmla="*/ 134 h 241"/>
                <a:gd name="T10" fmla="*/ 659 w 1134"/>
                <a:gd name="T11" fmla="*/ 105 h 241"/>
                <a:gd name="T12" fmla="*/ 659 w 1134"/>
                <a:gd name="T13" fmla="*/ 105 h 241"/>
                <a:gd name="T14" fmla="*/ 775 w 1134"/>
                <a:gd name="T15" fmla="*/ 70 h 241"/>
                <a:gd name="T16" fmla="*/ 991 w 1134"/>
                <a:gd name="T17" fmla="*/ 74 h 241"/>
                <a:gd name="T18" fmla="*/ 937 w 1134"/>
                <a:gd name="T19" fmla="*/ 74 h 241"/>
                <a:gd name="T20" fmla="*/ 927 w 1134"/>
                <a:gd name="T21" fmla="*/ 143 h 241"/>
                <a:gd name="T22" fmla="*/ 916 w 1134"/>
                <a:gd name="T23" fmla="*/ 74 h 241"/>
                <a:gd name="T24" fmla="*/ 773 w 1134"/>
                <a:gd name="T25" fmla="*/ 56 h 241"/>
                <a:gd name="T26" fmla="*/ 729 w 1134"/>
                <a:gd name="T27" fmla="*/ 163 h 241"/>
                <a:gd name="T28" fmla="*/ 767 w 1134"/>
                <a:gd name="T29" fmla="*/ 240 h 241"/>
                <a:gd name="T30" fmla="*/ 761 w 1134"/>
                <a:gd name="T31" fmla="*/ 156 h 241"/>
                <a:gd name="T32" fmla="*/ 774 w 1134"/>
                <a:gd name="T33" fmla="*/ 141 h 241"/>
                <a:gd name="T34" fmla="*/ 852 w 1134"/>
                <a:gd name="T35" fmla="*/ 77 h 241"/>
                <a:gd name="T36" fmla="*/ 872 w 1134"/>
                <a:gd name="T37" fmla="*/ 195 h 241"/>
                <a:gd name="T38" fmla="*/ 926 w 1134"/>
                <a:gd name="T39" fmla="*/ 190 h 241"/>
                <a:gd name="T40" fmla="*/ 642 w 1134"/>
                <a:gd name="T41" fmla="*/ 55 h 241"/>
                <a:gd name="T42" fmla="*/ 701 w 1134"/>
                <a:gd name="T43" fmla="*/ 172 h 241"/>
                <a:gd name="T44" fmla="*/ 617 w 1134"/>
                <a:gd name="T45" fmla="*/ 121 h 241"/>
                <a:gd name="T46" fmla="*/ 642 w 1134"/>
                <a:gd name="T47" fmla="*/ 55 h 241"/>
                <a:gd name="T48" fmla="*/ 466 w 1134"/>
                <a:gd name="T49" fmla="*/ 109 h 241"/>
                <a:gd name="T50" fmla="*/ 345 w 1134"/>
                <a:gd name="T51" fmla="*/ 87 h 241"/>
                <a:gd name="T52" fmla="*/ 391 w 1134"/>
                <a:gd name="T53" fmla="*/ 70 h 241"/>
                <a:gd name="T54" fmla="*/ 354 w 1134"/>
                <a:gd name="T55" fmla="*/ 123 h 241"/>
                <a:gd name="T56" fmla="*/ 423 w 1134"/>
                <a:gd name="T57" fmla="*/ 170 h 241"/>
                <a:gd name="T58" fmla="*/ 483 w 1134"/>
                <a:gd name="T59" fmla="*/ 171 h 241"/>
                <a:gd name="T60" fmla="*/ 280 w 1134"/>
                <a:gd name="T61" fmla="*/ 84 h 241"/>
                <a:gd name="T62" fmla="*/ 221 w 1134"/>
                <a:gd name="T63" fmla="*/ 70 h 241"/>
                <a:gd name="T64" fmla="*/ 239 w 1134"/>
                <a:gd name="T65" fmla="*/ 166 h 241"/>
                <a:gd name="T66" fmla="*/ 223 w 1134"/>
                <a:gd name="T67" fmla="*/ 184 h 241"/>
                <a:gd name="T68" fmla="*/ 285 w 1134"/>
                <a:gd name="T69" fmla="*/ 170 h 241"/>
                <a:gd name="T70" fmla="*/ 288 w 1134"/>
                <a:gd name="T71" fmla="*/ 93 h 241"/>
                <a:gd name="T72" fmla="*/ 338 w 1134"/>
                <a:gd name="T73" fmla="*/ 60 h 241"/>
                <a:gd name="T74" fmla="*/ 62 w 1134"/>
                <a:gd name="T75" fmla="*/ 103 h 241"/>
                <a:gd name="T76" fmla="*/ 82 w 1134"/>
                <a:gd name="T77" fmla="*/ 77 h 241"/>
                <a:gd name="T78" fmla="*/ 107 w 1134"/>
                <a:gd name="T79" fmla="*/ 100 h 241"/>
                <a:gd name="T80" fmla="*/ 2 w 1134"/>
                <a:gd name="T81" fmla="*/ 95 h 241"/>
                <a:gd name="T82" fmla="*/ 50 w 1134"/>
                <a:gd name="T83" fmla="*/ 170 h 241"/>
                <a:gd name="T84" fmla="*/ 19 w 1134"/>
                <a:gd name="T85" fmla="*/ 138 h 241"/>
                <a:gd name="T86" fmla="*/ 55 w 1134"/>
                <a:gd name="T87" fmla="*/ 187 h 241"/>
                <a:gd name="T88" fmla="*/ 1048 w 1134"/>
                <a:gd name="T89" fmla="*/ 32 h 241"/>
                <a:gd name="T90" fmla="*/ 1034 w 1134"/>
                <a:gd name="T91" fmla="*/ 47 h 241"/>
                <a:gd name="T92" fmla="*/ 536 w 1134"/>
                <a:gd name="T93" fmla="*/ 26 h 241"/>
                <a:gd name="T94" fmla="*/ 476 w 1134"/>
                <a:gd name="T95" fmla="*/ 69 h 241"/>
                <a:gd name="T96" fmla="*/ 494 w 1134"/>
                <a:gd name="T97" fmla="*/ 156 h 241"/>
                <a:gd name="T98" fmla="*/ 572 w 1134"/>
                <a:gd name="T99" fmla="*/ 161 h 241"/>
                <a:gd name="T100" fmla="*/ 536 w 1134"/>
                <a:gd name="T101" fmla="*/ 80 h 241"/>
                <a:gd name="T102" fmla="*/ 536 w 1134"/>
                <a:gd name="T103" fmla="*/ 62 h 241"/>
                <a:gd name="T104" fmla="*/ 155 w 1134"/>
                <a:gd name="T105" fmla="*/ 26 h 241"/>
                <a:gd name="T106" fmla="*/ 117 w 1134"/>
                <a:gd name="T107" fmla="*/ 80 h 241"/>
                <a:gd name="T108" fmla="*/ 169 w 1134"/>
                <a:gd name="T109" fmla="*/ 186 h 241"/>
                <a:gd name="T110" fmla="*/ 201 w 1134"/>
                <a:gd name="T111" fmla="*/ 162 h 241"/>
                <a:gd name="T112" fmla="*/ 213 w 1134"/>
                <a:gd name="T113" fmla="*/ 80 h 241"/>
                <a:gd name="T114" fmla="*/ 1107 w 1134"/>
                <a:gd name="T115" fmla="*/ 149 h 241"/>
                <a:gd name="T116" fmla="*/ 1087 w 1134"/>
                <a:gd name="T117" fmla="*/ 124 h 241"/>
                <a:gd name="T118" fmla="*/ 1048 w 1134"/>
                <a:gd name="T119" fmla="*/ 0 h 241"/>
                <a:gd name="T120" fmla="*/ 981 w 1134"/>
                <a:gd name="T121" fmla="*/ 135 h 241"/>
                <a:gd name="T122" fmla="*/ 1091 w 1134"/>
                <a:gd name="T123" fmla="*/ 184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34" h="241">
                  <a:moveTo>
                    <a:pt x="750" y="182"/>
                  </a:moveTo>
                  <a:cubicBezTo>
                    <a:pt x="786" y="188"/>
                    <a:pt x="786" y="188"/>
                    <a:pt x="786" y="188"/>
                  </a:cubicBezTo>
                  <a:cubicBezTo>
                    <a:pt x="797" y="190"/>
                    <a:pt x="804" y="194"/>
                    <a:pt x="804" y="203"/>
                  </a:cubicBezTo>
                  <a:cubicBezTo>
                    <a:pt x="804" y="216"/>
                    <a:pt x="793" y="224"/>
                    <a:pt x="778" y="224"/>
                  </a:cubicBezTo>
                  <a:cubicBezTo>
                    <a:pt x="761" y="224"/>
                    <a:pt x="748" y="212"/>
                    <a:pt x="748" y="196"/>
                  </a:cubicBezTo>
                  <a:cubicBezTo>
                    <a:pt x="748" y="192"/>
                    <a:pt x="748" y="187"/>
                    <a:pt x="750" y="182"/>
                  </a:cubicBezTo>
                  <a:close/>
                  <a:moveTo>
                    <a:pt x="423" y="119"/>
                  </a:moveTo>
                  <a:cubicBezTo>
                    <a:pt x="423" y="157"/>
                    <a:pt x="423" y="157"/>
                    <a:pt x="423" y="157"/>
                  </a:cubicBezTo>
                  <a:cubicBezTo>
                    <a:pt x="413" y="161"/>
                    <a:pt x="409" y="162"/>
                    <a:pt x="403" y="162"/>
                  </a:cubicBezTo>
                  <a:cubicBezTo>
                    <a:pt x="392" y="162"/>
                    <a:pt x="385" y="155"/>
                    <a:pt x="385" y="144"/>
                  </a:cubicBezTo>
                  <a:cubicBezTo>
                    <a:pt x="385" y="135"/>
                    <a:pt x="389" y="129"/>
                    <a:pt x="399" y="125"/>
                  </a:cubicBezTo>
                  <a:cubicBezTo>
                    <a:pt x="405" y="122"/>
                    <a:pt x="408" y="122"/>
                    <a:pt x="423" y="119"/>
                  </a:cubicBezTo>
                  <a:close/>
                  <a:moveTo>
                    <a:pt x="1061" y="145"/>
                  </a:moveTo>
                  <a:cubicBezTo>
                    <a:pt x="1055" y="149"/>
                    <a:pt x="1048" y="154"/>
                    <a:pt x="1038" y="154"/>
                  </a:cubicBezTo>
                  <a:cubicBezTo>
                    <a:pt x="1027" y="154"/>
                    <a:pt x="1017" y="147"/>
                    <a:pt x="1017" y="134"/>
                  </a:cubicBezTo>
                  <a:cubicBezTo>
                    <a:pt x="1017" y="122"/>
                    <a:pt x="1023" y="116"/>
                    <a:pt x="1033" y="109"/>
                  </a:cubicBezTo>
                  <a:lnTo>
                    <a:pt x="1061" y="145"/>
                  </a:lnTo>
                  <a:close/>
                  <a:moveTo>
                    <a:pt x="659" y="105"/>
                  </a:moveTo>
                  <a:cubicBezTo>
                    <a:pt x="618" y="105"/>
                    <a:pt x="618" y="105"/>
                    <a:pt x="618" y="105"/>
                  </a:cubicBezTo>
                  <a:cubicBezTo>
                    <a:pt x="619" y="81"/>
                    <a:pt x="625" y="71"/>
                    <a:pt x="639" y="71"/>
                  </a:cubicBezTo>
                  <a:cubicBezTo>
                    <a:pt x="653" y="71"/>
                    <a:pt x="658" y="80"/>
                    <a:pt x="659" y="105"/>
                  </a:cubicBezTo>
                  <a:close/>
                  <a:moveTo>
                    <a:pt x="775" y="129"/>
                  </a:moveTo>
                  <a:cubicBezTo>
                    <a:pt x="764" y="129"/>
                    <a:pt x="757" y="117"/>
                    <a:pt x="757" y="99"/>
                  </a:cubicBezTo>
                  <a:cubicBezTo>
                    <a:pt x="757" y="81"/>
                    <a:pt x="764" y="70"/>
                    <a:pt x="775" y="70"/>
                  </a:cubicBezTo>
                  <a:cubicBezTo>
                    <a:pt x="786" y="70"/>
                    <a:pt x="793" y="80"/>
                    <a:pt x="793" y="97"/>
                  </a:cubicBezTo>
                  <a:cubicBezTo>
                    <a:pt x="793" y="117"/>
                    <a:pt x="786" y="129"/>
                    <a:pt x="775" y="129"/>
                  </a:cubicBezTo>
                  <a:close/>
                  <a:moveTo>
                    <a:pt x="991" y="74"/>
                  </a:moveTo>
                  <a:cubicBezTo>
                    <a:pt x="991" y="62"/>
                    <a:pt x="991" y="62"/>
                    <a:pt x="991" y="62"/>
                  </a:cubicBezTo>
                  <a:cubicBezTo>
                    <a:pt x="937" y="62"/>
                    <a:pt x="937" y="62"/>
                    <a:pt x="937" y="62"/>
                  </a:cubicBezTo>
                  <a:cubicBezTo>
                    <a:pt x="937" y="74"/>
                    <a:pt x="937" y="74"/>
                    <a:pt x="937" y="74"/>
                  </a:cubicBezTo>
                  <a:cubicBezTo>
                    <a:pt x="950" y="77"/>
                    <a:pt x="950" y="77"/>
                    <a:pt x="950" y="77"/>
                  </a:cubicBezTo>
                  <a:cubicBezTo>
                    <a:pt x="953" y="80"/>
                    <a:pt x="953" y="80"/>
                    <a:pt x="953" y="80"/>
                  </a:cubicBezTo>
                  <a:cubicBezTo>
                    <a:pt x="927" y="143"/>
                    <a:pt x="927" y="143"/>
                    <a:pt x="927" y="143"/>
                  </a:cubicBezTo>
                  <a:cubicBezTo>
                    <a:pt x="900" y="80"/>
                    <a:pt x="900" y="80"/>
                    <a:pt x="900" y="80"/>
                  </a:cubicBezTo>
                  <a:cubicBezTo>
                    <a:pt x="902" y="77"/>
                    <a:pt x="902" y="77"/>
                    <a:pt x="902" y="77"/>
                  </a:cubicBezTo>
                  <a:cubicBezTo>
                    <a:pt x="916" y="74"/>
                    <a:pt x="916" y="74"/>
                    <a:pt x="916" y="74"/>
                  </a:cubicBezTo>
                  <a:cubicBezTo>
                    <a:pt x="916" y="62"/>
                    <a:pt x="916" y="62"/>
                    <a:pt x="916" y="62"/>
                  </a:cubicBezTo>
                  <a:cubicBezTo>
                    <a:pt x="808" y="62"/>
                    <a:pt x="808" y="62"/>
                    <a:pt x="808" y="62"/>
                  </a:cubicBezTo>
                  <a:cubicBezTo>
                    <a:pt x="799" y="58"/>
                    <a:pt x="788" y="56"/>
                    <a:pt x="773" y="56"/>
                  </a:cubicBezTo>
                  <a:cubicBezTo>
                    <a:pt x="736" y="56"/>
                    <a:pt x="713" y="73"/>
                    <a:pt x="713" y="100"/>
                  </a:cubicBezTo>
                  <a:cubicBezTo>
                    <a:pt x="713" y="120"/>
                    <a:pt x="722" y="131"/>
                    <a:pt x="746" y="139"/>
                  </a:cubicBezTo>
                  <a:cubicBezTo>
                    <a:pt x="734" y="148"/>
                    <a:pt x="729" y="154"/>
                    <a:pt x="729" y="163"/>
                  </a:cubicBezTo>
                  <a:cubicBezTo>
                    <a:pt x="729" y="168"/>
                    <a:pt x="731" y="171"/>
                    <a:pt x="734" y="178"/>
                  </a:cubicBezTo>
                  <a:cubicBezTo>
                    <a:pt x="717" y="178"/>
                    <a:pt x="707" y="188"/>
                    <a:pt x="707" y="204"/>
                  </a:cubicBezTo>
                  <a:cubicBezTo>
                    <a:pt x="707" y="227"/>
                    <a:pt x="729" y="240"/>
                    <a:pt x="767" y="240"/>
                  </a:cubicBezTo>
                  <a:cubicBezTo>
                    <a:pt x="813" y="240"/>
                    <a:pt x="845" y="220"/>
                    <a:pt x="845" y="193"/>
                  </a:cubicBezTo>
                  <a:cubicBezTo>
                    <a:pt x="845" y="171"/>
                    <a:pt x="827" y="162"/>
                    <a:pt x="773" y="157"/>
                  </a:cubicBezTo>
                  <a:cubicBezTo>
                    <a:pt x="761" y="156"/>
                    <a:pt x="761" y="156"/>
                    <a:pt x="761" y="156"/>
                  </a:cubicBezTo>
                  <a:cubicBezTo>
                    <a:pt x="761" y="153"/>
                    <a:pt x="760" y="150"/>
                    <a:pt x="760" y="148"/>
                  </a:cubicBezTo>
                  <a:cubicBezTo>
                    <a:pt x="760" y="145"/>
                    <a:pt x="761" y="144"/>
                    <a:pt x="761" y="140"/>
                  </a:cubicBezTo>
                  <a:cubicBezTo>
                    <a:pt x="766" y="141"/>
                    <a:pt x="769" y="141"/>
                    <a:pt x="774" y="141"/>
                  </a:cubicBezTo>
                  <a:cubicBezTo>
                    <a:pt x="812" y="141"/>
                    <a:pt x="835" y="125"/>
                    <a:pt x="835" y="99"/>
                  </a:cubicBezTo>
                  <a:cubicBezTo>
                    <a:pt x="835" y="91"/>
                    <a:pt x="833" y="84"/>
                    <a:pt x="829" y="77"/>
                  </a:cubicBezTo>
                  <a:cubicBezTo>
                    <a:pt x="852" y="77"/>
                    <a:pt x="852" y="77"/>
                    <a:pt x="852" y="77"/>
                  </a:cubicBezTo>
                  <a:cubicBezTo>
                    <a:pt x="906" y="191"/>
                    <a:pt x="906" y="191"/>
                    <a:pt x="906" y="191"/>
                  </a:cubicBezTo>
                  <a:cubicBezTo>
                    <a:pt x="901" y="202"/>
                    <a:pt x="895" y="210"/>
                    <a:pt x="890" y="214"/>
                  </a:cubicBezTo>
                  <a:cubicBezTo>
                    <a:pt x="872" y="195"/>
                    <a:pt x="872" y="195"/>
                    <a:pt x="872" y="195"/>
                  </a:cubicBezTo>
                  <a:cubicBezTo>
                    <a:pt x="863" y="198"/>
                    <a:pt x="855" y="209"/>
                    <a:pt x="855" y="220"/>
                  </a:cubicBezTo>
                  <a:cubicBezTo>
                    <a:pt x="855" y="233"/>
                    <a:pt x="864" y="241"/>
                    <a:pt x="876" y="241"/>
                  </a:cubicBezTo>
                  <a:cubicBezTo>
                    <a:pt x="896" y="241"/>
                    <a:pt x="912" y="221"/>
                    <a:pt x="926" y="190"/>
                  </a:cubicBezTo>
                  <a:cubicBezTo>
                    <a:pt x="977" y="77"/>
                    <a:pt x="977" y="77"/>
                    <a:pt x="977" y="77"/>
                  </a:cubicBezTo>
                  <a:lnTo>
                    <a:pt x="991" y="74"/>
                  </a:lnTo>
                  <a:close/>
                  <a:moveTo>
                    <a:pt x="642" y="55"/>
                  </a:moveTo>
                  <a:cubicBezTo>
                    <a:pt x="599" y="55"/>
                    <a:pt x="574" y="81"/>
                    <a:pt x="574" y="122"/>
                  </a:cubicBezTo>
                  <a:cubicBezTo>
                    <a:pt x="574" y="161"/>
                    <a:pt x="598" y="186"/>
                    <a:pt x="642" y="186"/>
                  </a:cubicBezTo>
                  <a:cubicBezTo>
                    <a:pt x="664" y="186"/>
                    <a:pt x="679" y="182"/>
                    <a:pt x="701" y="172"/>
                  </a:cubicBezTo>
                  <a:cubicBezTo>
                    <a:pt x="701" y="148"/>
                    <a:pt x="701" y="148"/>
                    <a:pt x="701" y="148"/>
                  </a:cubicBezTo>
                  <a:cubicBezTo>
                    <a:pt x="683" y="158"/>
                    <a:pt x="671" y="162"/>
                    <a:pt x="655" y="162"/>
                  </a:cubicBezTo>
                  <a:cubicBezTo>
                    <a:pt x="631" y="162"/>
                    <a:pt x="619" y="149"/>
                    <a:pt x="617" y="121"/>
                  </a:cubicBezTo>
                  <a:cubicBezTo>
                    <a:pt x="702" y="121"/>
                    <a:pt x="702" y="121"/>
                    <a:pt x="702" y="121"/>
                  </a:cubicBezTo>
                  <a:cubicBezTo>
                    <a:pt x="702" y="118"/>
                    <a:pt x="702" y="118"/>
                    <a:pt x="702" y="118"/>
                  </a:cubicBezTo>
                  <a:cubicBezTo>
                    <a:pt x="702" y="78"/>
                    <a:pt x="681" y="55"/>
                    <a:pt x="642" y="55"/>
                  </a:cubicBezTo>
                  <a:close/>
                  <a:moveTo>
                    <a:pt x="468" y="170"/>
                  </a:moveTo>
                  <a:cubicBezTo>
                    <a:pt x="466" y="166"/>
                    <a:pt x="466" y="166"/>
                    <a:pt x="466" y="166"/>
                  </a:cubicBezTo>
                  <a:cubicBezTo>
                    <a:pt x="466" y="109"/>
                    <a:pt x="466" y="109"/>
                    <a:pt x="466" y="109"/>
                  </a:cubicBezTo>
                  <a:cubicBezTo>
                    <a:pt x="466" y="84"/>
                    <a:pt x="463" y="77"/>
                    <a:pt x="454" y="68"/>
                  </a:cubicBezTo>
                  <a:cubicBezTo>
                    <a:pt x="445" y="59"/>
                    <a:pt x="430" y="55"/>
                    <a:pt x="410" y="55"/>
                  </a:cubicBezTo>
                  <a:cubicBezTo>
                    <a:pt x="374" y="55"/>
                    <a:pt x="345" y="69"/>
                    <a:pt x="345" y="87"/>
                  </a:cubicBezTo>
                  <a:cubicBezTo>
                    <a:pt x="345" y="94"/>
                    <a:pt x="349" y="97"/>
                    <a:pt x="361" y="97"/>
                  </a:cubicBezTo>
                  <a:cubicBezTo>
                    <a:pt x="391" y="97"/>
                    <a:pt x="391" y="97"/>
                    <a:pt x="391" y="97"/>
                  </a:cubicBezTo>
                  <a:cubicBezTo>
                    <a:pt x="391" y="70"/>
                    <a:pt x="391" y="70"/>
                    <a:pt x="391" y="70"/>
                  </a:cubicBezTo>
                  <a:cubicBezTo>
                    <a:pt x="414" y="70"/>
                    <a:pt x="423" y="77"/>
                    <a:pt x="423" y="95"/>
                  </a:cubicBezTo>
                  <a:cubicBezTo>
                    <a:pt x="423" y="102"/>
                    <a:pt x="423" y="102"/>
                    <a:pt x="423" y="102"/>
                  </a:cubicBezTo>
                  <a:cubicBezTo>
                    <a:pt x="380" y="112"/>
                    <a:pt x="362" y="117"/>
                    <a:pt x="354" y="123"/>
                  </a:cubicBezTo>
                  <a:cubicBezTo>
                    <a:pt x="344" y="130"/>
                    <a:pt x="339" y="140"/>
                    <a:pt x="339" y="153"/>
                  </a:cubicBezTo>
                  <a:cubicBezTo>
                    <a:pt x="339" y="173"/>
                    <a:pt x="354" y="187"/>
                    <a:pt x="376" y="187"/>
                  </a:cubicBezTo>
                  <a:cubicBezTo>
                    <a:pt x="389" y="187"/>
                    <a:pt x="402" y="183"/>
                    <a:pt x="423" y="170"/>
                  </a:cubicBezTo>
                  <a:cubicBezTo>
                    <a:pt x="426" y="184"/>
                    <a:pt x="426" y="184"/>
                    <a:pt x="426" y="184"/>
                  </a:cubicBezTo>
                  <a:cubicBezTo>
                    <a:pt x="483" y="184"/>
                    <a:pt x="483" y="184"/>
                    <a:pt x="483" y="184"/>
                  </a:cubicBezTo>
                  <a:cubicBezTo>
                    <a:pt x="483" y="171"/>
                    <a:pt x="483" y="171"/>
                    <a:pt x="483" y="171"/>
                  </a:cubicBezTo>
                  <a:lnTo>
                    <a:pt x="468" y="170"/>
                  </a:lnTo>
                  <a:close/>
                  <a:moveTo>
                    <a:pt x="314" y="56"/>
                  </a:moveTo>
                  <a:cubicBezTo>
                    <a:pt x="300" y="64"/>
                    <a:pt x="292" y="71"/>
                    <a:pt x="280" y="84"/>
                  </a:cubicBezTo>
                  <a:cubicBezTo>
                    <a:pt x="282" y="55"/>
                    <a:pt x="282" y="55"/>
                    <a:pt x="282" y="55"/>
                  </a:cubicBezTo>
                  <a:cubicBezTo>
                    <a:pt x="267" y="55"/>
                    <a:pt x="267" y="55"/>
                    <a:pt x="267" y="55"/>
                  </a:cubicBezTo>
                  <a:cubicBezTo>
                    <a:pt x="221" y="70"/>
                    <a:pt x="221" y="70"/>
                    <a:pt x="221" y="70"/>
                  </a:cubicBezTo>
                  <a:cubicBezTo>
                    <a:pt x="221" y="82"/>
                    <a:pt x="221" y="82"/>
                    <a:pt x="221" y="82"/>
                  </a:cubicBezTo>
                  <a:cubicBezTo>
                    <a:pt x="239" y="82"/>
                    <a:pt x="239" y="82"/>
                    <a:pt x="239" y="82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70"/>
                    <a:pt x="237" y="170"/>
                    <a:pt x="237" y="170"/>
                  </a:cubicBezTo>
                  <a:cubicBezTo>
                    <a:pt x="223" y="171"/>
                    <a:pt x="223" y="171"/>
                    <a:pt x="223" y="171"/>
                  </a:cubicBezTo>
                  <a:cubicBezTo>
                    <a:pt x="223" y="184"/>
                    <a:pt x="223" y="184"/>
                    <a:pt x="223" y="184"/>
                  </a:cubicBezTo>
                  <a:cubicBezTo>
                    <a:pt x="304" y="184"/>
                    <a:pt x="304" y="184"/>
                    <a:pt x="304" y="184"/>
                  </a:cubicBezTo>
                  <a:cubicBezTo>
                    <a:pt x="304" y="171"/>
                    <a:pt x="304" y="171"/>
                    <a:pt x="304" y="171"/>
                  </a:cubicBezTo>
                  <a:cubicBezTo>
                    <a:pt x="285" y="170"/>
                    <a:pt x="285" y="170"/>
                    <a:pt x="285" y="170"/>
                  </a:cubicBezTo>
                  <a:cubicBezTo>
                    <a:pt x="282" y="166"/>
                    <a:pt x="282" y="166"/>
                    <a:pt x="282" y="166"/>
                  </a:cubicBezTo>
                  <a:cubicBezTo>
                    <a:pt x="282" y="93"/>
                    <a:pt x="282" y="93"/>
                    <a:pt x="282" y="93"/>
                  </a:cubicBezTo>
                  <a:cubicBezTo>
                    <a:pt x="285" y="93"/>
                    <a:pt x="287" y="93"/>
                    <a:pt x="288" y="93"/>
                  </a:cubicBezTo>
                  <a:cubicBezTo>
                    <a:pt x="301" y="93"/>
                    <a:pt x="307" y="97"/>
                    <a:pt x="312" y="110"/>
                  </a:cubicBezTo>
                  <a:cubicBezTo>
                    <a:pt x="331" y="110"/>
                    <a:pt x="331" y="110"/>
                    <a:pt x="331" y="110"/>
                  </a:cubicBezTo>
                  <a:cubicBezTo>
                    <a:pt x="338" y="60"/>
                    <a:pt x="338" y="60"/>
                    <a:pt x="338" y="60"/>
                  </a:cubicBezTo>
                  <a:cubicBezTo>
                    <a:pt x="332" y="56"/>
                    <a:pt x="328" y="56"/>
                    <a:pt x="318" y="56"/>
                  </a:cubicBezTo>
                  <a:cubicBezTo>
                    <a:pt x="317" y="56"/>
                    <a:pt x="316" y="56"/>
                    <a:pt x="314" y="56"/>
                  </a:cubicBezTo>
                  <a:close/>
                  <a:moveTo>
                    <a:pt x="62" y="103"/>
                  </a:moveTo>
                  <a:cubicBezTo>
                    <a:pt x="49" y="98"/>
                    <a:pt x="44" y="94"/>
                    <a:pt x="44" y="86"/>
                  </a:cubicBezTo>
                  <a:cubicBezTo>
                    <a:pt x="44" y="78"/>
                    <a:pt x="51" y="72"/>
                    <a:pt x="63" y="72"/>
                  </a:cubicBezTo>
                  <a:cubicBezTo>
                    <a:pt x="70" y="72"/>
                    <a:pt x="74" y="73"/>
                    <a:pt x="82" y="77"/>
                  </a:cubicBezTo>
                  <a:cubicBezTo>
                    <a:pt x="86" y="80"/>
                    <a:pt x="86" y="80"/>
                    <a:pt x="86" y="80"/>
                  </a:cubicBezTo>
                  <a:cubicBezTo>
                    <a:pt x="89" y="100"/>
                    <a:pt x="89" y="100"/>
                    <a:pt x="89" y="100"/>
                  </a:cubicBezTo>
                  <a:cubicBezTo>
                    <a:pt x="107" y="100"/>
                    <a:pt x="107" y="100"/>
                    <a:pt x="107" y="100"/>
                  </a:cubicBezTo>
                  <a:cubicBezTo>
                    <a:pt x="107" y="62"/>
                    <a:pt x="107" y="62"/>
                    <a:pt x="107" y="62"/>
                  </a:cubicBezTo>
                  <a:cubicBezTo>
                    <a:pt x="83" y="56"/>
                    <a:pt x="72" y="55"/>
                    <a:pt x="58" y="55"/>
                  </a:cubicBezTo>
                  <a:cubicBezTo>
                    <a:pt x="24" y="55"/>
                    <a:pt x="2" y="71"/>
                    <a:pt x="2" y="95"/>
                  </a:cubicBezTo>
                  <a:cubicBezTo>
                    <a:pt x="2" y="112"/>
                    <a:pt x="13" y="122"/>
                    <a:pt x="54" y="139"/>
                  </a:cubicBezTo>
                  <a:cubicBezTo>
                    <a:pt x="66" y="144"/>
                    <a:pt x="70" y="148"/>
                    <a:pt x="70" y="155"/>
                  </a:cubicBezTo>
                  <a:cubicBezTo>
                    <a:pt x="70" y="165"/>
                    <a:pt x="63" y="170"/>
                    <a:pt x="50" y="170"/>
                  </a:cubicBezTo>
                  <a:cubicBezTo>
                    <a:pt x="42" y="170"/>
                    <a:pt x="35" y="169"/>
                    <a:pt x="24" y="164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19" y="138"/>
                    <a:pt x="19" y="138"/>
                    <a:pt x="19" y="138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26" y="186"/>
                    <a:pt x="37" y="187"/>
                    <a:pt x="55" y="187"/>
                  </a:cubicBezTo>
                  <a:cubicBezTo>
                    <a:pt x="88" y="187"/>
                    <a:pt x="113" y="170"/>
                    <a:pt x="113" y="145"/>
                  </a:cubicBezTo>
                  <a:cubicBezTo>
                    <a:pt x="113" y="126"/>
                    <a:pt x="103" y="118"/>
                    <a:pt x="62" y="103"/>
                  </a:cubicBezTo>
                  <a:close/>
                  <a:moveTo>
                    <a:pt x="1048" y="32"/>
                  </a:moveTo>
                  <a:cubicBezTo>
                    <a:pt x="1056" y="32"/>
                    <a:pt x="1060" y="39"/>
                    <a:pt x="1060" y="46"/>
                  </a:cubicBezTo>
                  <a:cubicBezTo>
                    <a:pt x="1060" y="56"/>
                    <a:pt x="1053" y="62"/>
                    <a:pt x="1043" y="68"/>
                  </a:cubicBezTo>
                  <a:cubicBezTo>
                    <a:pt x="1038" y="61"/>
                    <a:pt x="1034" y="55"/>
                    <a:pt x="1034" y="47"/>
                  </a:cubicBezTo>
                  <a:cubicBezTo>
                    <a:pt x="1034" y="38"/>
                    <a:pt x="1040" y="32"/>
                    <a:pt x="1048" y="32"/>
                  </a:cubicBezTo>
                  <a:close/>
                  <a:moveTo>
                    <a:pt x="536" y="62"/>
                  </a:moveTo>
                  <a:cubicBezTo>
                    <a:pt x="536" y="26"/>
                    <a:pt x="536" y="26"/>
                    <a:pt x="536" y="26"/>
                  </a:cubicBezTo>
                  <a:cubicBezTo>
                    <a:pt x="513" y="26"/>
                    <a:pt x="513" y="26"/>
                    <a:pt x="513" y="26"/>
                  </a:cubicBezTo>
                  <a:cubicBezTo>
                    <a:pt x="497" y="55"/>
                    <a:pt x="497" y="55"/>
                    <a:pt x="497" y="55"/>
                  </a:cubicBezTo>
                  <a:cubicBezTo>
                    <a:pt x="476" y="69"/>
                    <a:pt x="476" y="69"/>
                    <a:pt x="476" y="69"/>
                  </a:cubicBezTo>
                  <a:cubicBezTo>
                    <a:pt x="476" y="80"/>
                    <a:pt x="476" y="80"/>
                    <a:pt x="476" y="80"/>
                  </a:cubicBezTo>
                  <a:cubicBezTo>
                    <a:pt x="494" y="80"/>
                    <a:pt x="494" y="80"/>
                    <a:pt x="494" y="80"/>
                  </a:cubicBezTo>
                  <a:cubicBezTo>
                    <a:pt x="494" y="156"/>
                    <a:pt x="494" y="156"/>
                    <a:pt x="494" y="156"/>
                  </a:cubicBezTo>
                  <a:cubicBezTo>
                    <a:pt x="494" y="176"/>
                    <a:pt x="505" y="186"/>
                    <a:pt x="528" y="186"/>
                  </a:cubicBezTo>
                  <a:cubicBezTo>
                    <a:pt x="541" y="186"/>
                    <a:pt x="552" y="184"/>
                    <a:pt x="572" y="175"/>
                  </a:cubicBezTo>
                  <a:cubicBezTo>
                    <a:pt x="572" y="161"/>
                    <a:pt x="572" y="161"/>
                    <a:pt x="572" y="161"/>
                  </a:cubicBezTo>
                  <a:cubicBezTo>
                    <a:pt x="572" y="161"/>
                    <a:pt x="565" y="162"/>
                    <a:pt x="559" y="162"/>
                  </a:cubicBezTo>
                  <a:cubicBezTo>
                    <a:pt x="542" y="162"/>
                    <a:pt x="536" y="157"/>
                    <a:pt x="536" y="140"/>
                  </a:cubicBezTo>
                  <a:cubicBezTo>
                    <a:pt x="536" y="80"/>
                    <a:pt x="536" y="80"/>
                    <a:pt x="536" y="80"/>
                  </a:cubicBezTo>
                  <a:cubicBezTo>
                    <a:pt x="572" y="80"/>
                    <a:pt x="572" y="80"/>
                    <a:pt x="572" y="80"/>
                  </a:cubicBezTo>
                  <a:cubicBezTo>
                    <a:pt x="572" y="62"/>
                    <a:pt x="572" y="62"/>
                    <a:pt x="572" y="62"/>
                  </a:cubicBezTo>
                  <a:lnTo>
                    <a:pt x="536" y="62"/>
                  </a:lnTo>
                  <a:close/>
                  <a:moveTo>
                    <a:pt x="178" y="62"/>
                  </a:moveTo>
                  <a:cubicBezTo>
                    <a:pt x="178" y="26"/>
                    <a:pt x="178" y="26"/>
                    <a:pt x="178" y="26"/>
                  </a:cubicBezTo>
                  <a:cubicBezTo>
                    <a:pt x="155" y="26"/>
                    <a:pt x="155" y="26"/>
                    <a:pt x="155" y="26"/>
                  </a:cubicBezTo>
                  <a:cubicBezTo>
                    <a:pt x="139" y="55"/>
                    <a:pt x="139" y="55"/>
                    <a:pt x="139" y="55"/>
                  </a:cubicBezTo>
                  <a:cubicBezTo>
                    <a:pt x="117" y="69"/>
                    <a:pt x="117" y="69"/>
                    <a:pt x="117" y="69"/>
                  </a:cubicBezTo>
                  <a:cubicBezTo>
                    <a:pt x="117" y="80"/>
                    <a:pt x="117" y="80"/>
                    <a:pt x="117" y="80"/>
                  </a:cubicBezTo>
                  <a:cubicBezTo>
                    <a:pt x="135" y="80"/>
                    <a:pt x="135" y="80"/>
                    <a:pt x="135" y="80"/>
                  </a:cubicBezTo>
                  <a:cubicBezTo>
                    <a:pt x="135" y="156"/>
                    <a:pt x="135" y="156"/>
                    <a:pt x="135" y="156"/>
                  </a:cubicBezTo>
                  <a:cubicBezTo>
                    <a:pt x="135" y="176"/>
                    <a:pt x="147" y="186"/>
                    <a:pt x="169" y="186"/>
                  </a:cubicBezTo>
                  <a:cubicBezTo>
                    <a:pt x="183" y="186"/>
                    <a:pt x="194" y="184"/>
                    <a:pt x="213" y="175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3" y="161"/>
                    <a:pt x="207" y="162"/>
                    <a:pt x="201" y="162"/>
                  </a:cubicBezTo>
                  <a:cubicBezTo>
                    <a:pt x="184" y="162"/>
                    <a:pt x="178" y="157"/>
                    <a:pt x="178" y="140"/>
                  </a:cubicBezTo>
                  <a:cubicBezTo>
                    <a:pt x="178" y="80"/>
                    <a:pt x="178" y="80"/>
                    <a:pt x="178" y="80"/>
                  </a:cubicBezTo>
                  <a:cubicBezTo>
                    <a:pt x="213" y="80"/>
                    <a:pt x="213" y="80"/>
                    <a:pt x="213" y="80"/>
                  </a:cubicBezTo>
                  <a:cubicBezTo>
                    <a:pt x="213" y="62"/>
                    <a:pt x="213" y="62"/>
                    <a:pt x="213" y="62"/>
                  </a:cubicBezTo>
                  <a:lnTo>
                    <a:pt x="178" y="62"/>
                  </a:lnTo>
                  <a:close/>
                  <a:moveTo>
                    <a:pt x="1107" y="149"/>
                  </a:moveTo>
                  <a:cubicBezTo>
                    <a:pt x="1129" y="131"/>
                    <a:pt x="1129" y="131"/>
                    <a:pt x="1129" y="131"/>
                  </a:cubicBezTo>
                  <a:cubicBezTo>
                    <a:pt x="1129" y="89"/>
                    <a:pt x="1129" y="89"/>
                    <a:pt x="1129" y="89"/>
                  </a:cubicBezTo>
                  <a:cubicBezTo>
                    <a:pt x="1087" y="124"/>
                    <a:pt x="1087" y="124"/>
                    <a:pt x="1087" y="124"/>
                  </a:cubicBezTo>
                  <a:cubicBezTo>
                    <a:pt x="1061" y="91"/>
                    <a:pt x="1061" y="91"/>
                    <a:pt x="1061" y="91"/>
                  </a:cubicBezTo>
                  <a:cubicBezTo>
                    <a:pt x="1078" y="80"/>
                    <a:pt x="1093" y="68"/>
                    <a:pt x="1093" y="44"/>
                  </a:cubicBezTo>
                  <a:cubicBezTo>
                    <a:pt x="1093" y="19"/>
                    <a:pt x="1075" y="0"/>
                    <a:pt x="1048" y="0"/>
                  </a:cubicBezTo>
                  <a:cubicBezTo>
                    <a:pt x="1022" y="0"/>
                    <a:pt x="1000" y="19"/>
                    <a:pt x="1000" y="47"/>
                  </a:cubicBezTo>
                  <a:cubicBezTo>
                    <a:pt x="1000" y="64"/>
                    <a:pt x="1007" y="75"/>
                    <a:pt x="1015" y="84"/>
                  </a:cubicBezTo>
                  <a:cubicBezTo>
                    <a:pt x="997" y="95"/>
                    <a:pt x="981" y="109"/>
                    <a:pt x="981" y="135"/>
                  </a:cubicBezTo>
                  <a:cubicBezTo>
                    <a:pt x="981" y="164"/>
                    <a:pt x="1002" y="187"/>
                    <a:pt x="1038" y="187"/>
                  </a:cubicBezTo>
                  <a:cubicBezTo>
                    <a:pt x="1059" y="187"/>
                    <a:pt x="1071" y="179"/>
                    <a:pt x="1080" y="171"/>
                  </a:cubicBezTo>
                  <a:cubicBezTo>
                    <a:pt x="1091" y="184"/>
                    <a:pt x="1091" y="184"/>
                    <a:pt x="1091" y="184"/>
                  </a:cubicBezTo>
                  <a:cubicBezTo>
                    <a:pt x="1134" y="184"/>
                    <a:pt x="1134" y="184"/>
                    <a:pt x="1134" y="184"/>
                  </a:cubicBezTo>
                  <a:lnTo>
                    <a:pt x="1107" y="149"/>
                  </a:lnTo>
                  <a:close/>
                </a:path>
              </a:pathLst>
            </a:custGeom>
            <a:grpFill/>
            <a:ln>
              <a:solidFill>
                <a:srgbClr val="156082">
                  <a:alpha val="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98446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EB4F3052-A950-44A7-8C59-AB78FDAA34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66484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592" imgH="591" progId="TCLayout.ActiveDocument.1">
                  <p:embed/>
                </p:oleObj>
              </mc:Choice>
              <mc:Fallback>
                <p:oleObj name="think-cell 슬라이드" r:id="rId3" imgW="592" imgH="591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EB4F3052-A950-44A7-8C59-AB78FDAA34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ubtitle">
            <a:extLst>
              <a:ext uri="{FF2B5EF4-FFF2-40B4-BE49-F238E27FC236}">
                <a16:creationId xmlns:a16="http://schemas.microsoft.com/office/drawing/2014/main" id="{298DDE95-B1C5-FB4C-8BF7-12046F6A30F2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442913" y="1276212"/>
            <a:ext cx="11306173" cy="32017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[Optional slide subtitle]</a:t>
            </a:r>
          </a:p>
        </p:txBody>
      </p:sp>
      <p:sp>
        <p:nvSpPr>
          <p:cNvPr id="10" name="Footnotes">
            <a:extLst>
              <a:ext uri="{FF2B5EF4-FFF2-40B4-BE49-F238E27FC236}">
                <a16:creationId xmlns:a16="http://schemas.microsoft.com/office/drawing/2014/main" id="{B85135FE-5CD1-40E8-8312-B6FE7B4FD8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32304" y="6355077"/>
            <a:ext cx="7315200" cy="274322"/>
          </a:xfrm>
        </p:spPr>
        <p:txBody>
          <a:bodyPr anchor="b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sz="750"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0"/>
              </a:spcAft>
              <a:buFontTx/>
              <a:buNone/>
              <a:defRPr sz="750"/>
            </a:lvl2pPr>
            <a:lvl3pPr marL="0" indent="0">
              <a:spcAft>
                <a:spcPts val="0"/>
              </a:spcAft>
              <a:buFontTx/>
              <a:buNone/>
              <a:defRPr sz="750"/>
            </a:lvl3pPr>
            <a:lvl4pPr marL="0" indent="0">
              <a:spcAft>
                <a:spcPts val="0"/>
              </a:spcAft>
              <a:buFontTx/>
              <a:buNone/>
              <a:defRPr sz="750"/>
            </a:lvl4pPr>
            <a:lvl5pPr marL="0" indent="0">
              <a:spcAft>
                <a:spcPts val="0"/>
              </a:spcAft>
              <a:buFontTx/>
              <a:buNone/>
              <a:defRPr sz="750"/>
            </a:lvl5pPr>
            <a:lvl6pPr marL="0" indent="0">
              <a:spcAft>
                <a:spcPts val="0"/>
              </a:spcAft>
              <a:buFontTx/>
              <a:buNone/>
              <a:defRPr sz="750"/>
            </a:lvl6pPr>
            <a:lvl7pPr marL="0" indent="0">
              <a:spcAft>
                <a:spcPts val="0"/>
              </a:spcAft>
              <a:buFontTx/>
              <a:buNone/>
              <a:defRPr sz="750"/>
            </a:lvl7pPr>
            <a:lvl8pPr marL="0" indent="0">
              <a:spcAft>
                <a:spcPts val="0"/>
              </a:spcAft>
              <a:buFontTx/>
              <a:buNone/>
              <a:defRPr sz="750"/>
            </a:lvl8pPr>
            <a:lvl9pPr marL="0" indent="0">
              <a:spcAft>
                <a:spcPts val="0"/>
              </a:spcAft>
              <a:buFontTx/>
              <a:buNone/>
              <a:defRPr sz="750"/>
            </a:lvl9pPr>
          </a:lstStyle>
          <a:p>
            <a:pPr lvl="0"/>
            <a:r>
              <a:rPr lang="en-US"/>
              <a:t>[Optional footnotes/references]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2365A05-4A82-5E62-CD94-AC764B08C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10562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EB4F3052-A950-44A7-8C59-AB78FDAA34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66484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592" imgH="591" progId="TCLayout.ActiveDocument.1">
                  <p:embed/>
                </p:oleObj>
              </mc:Choice>
              <mc:Fallback>
                <p:oleObj name="think-cell 슬라이드" r:id="rId3" imgW="592" imgH="591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EB4F3052-A950-44A7-8C59-AB78FDAA34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">
            <a:extLst>
              <a:ext uri="{FF2B5EF4-FFF2-40B4-BE49-F238E27FC236}">
                <a16:creationId xmlns:a16="http://schemas.microsoft.com/office/drawing/2014/main" id="{87CAB1A9-F515-884B-906F-F80430ACA2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384048"/>
            <a:ext cx="11306175" cy="841248"/>
          </a:xfrm>
        </p:spPr>
        <p:txBody>
          <a:bodyPr vert="horz" lIns="0" tIns="0" rIns="0" bIns="0" rtlCol="0" anchor="b" anchorCtr="0">
            <a:normAutofit/>
          </a:bodyPr>
          <a:lstStyle>
            <a:lvl1pPr>
              <a:defRPr lang="en-US" dirty="0"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[Slide title]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298DDE95-B1C5-FB4C-8BF7-12046F6A30F2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442913" y="1276212"/>
            <a:ext cx="11306173" cy="32017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[Optional slide subtitle]</a:t>
            </a:r>
          </a:p>
        </p:txBody>
      </p:sp>
      <p:sp>
        <p:nvSpPr>
          <p:cNvPr id="10" name="Footnotes">
            <a:extLst>
              <a:ext uri="{FF2B5EF4-FFF2-40B4-BE49-F238E27FC236}">
                <a16:creationId xmlns:a16="http://schemas.microsoft.com/office/drawing/2014/main" id="{B85135FE-5CD1-40E8-8312-B6FE7B4FD8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32304" y="6355077"/>
            <a:ext cx="7315200" cy="274322"/>
          </a:xfrm>
        </p:spPr>
        <p:txBody>
          <a:bodyPr anchor="b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sz="750"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0"/>
              </a:spcAft>
              <a:buFontTx/>
              <a:buNone/>
              <a:defRPr sz="750"/>
            </a:lvl2pPr>
            <a:lvl3pPr marL="0" indent="0">
              <a:spcAft>
                <a:spcPts val="0"/>
              </a:spcAft>
              <a:buFontTx/>
              <a:buNone/>
              <a:defRPr sz="750"/>
            </a:lvl3pPr>
            <a:lvl4pPr marL="0" indent="0">
              <a:spcAft>
                <a:spcPts val="0"/>
              </a:spcAft>
              <a:buFontTx/>
              <a:buNone/>
              <a:defRPr sz="750"/>
            </a:lvl4pPr>
            <a:lvl5pPr marL="0" indent="0">
              <a:spcAft>
                <a:spcPts val="0"/>
              </a:spcAft>
              <a:buFontTx/>
              <a:buNone/>
              <a:defRPr sz="750"/>
            </a:lvl5pPr>
            <a:lvl6pPr marL="0" indent="0">
              <a:spcAft>
                <a:spcPts val="0"/>
              </a:spcAft>
              <a:buFontTx/>
              <a:buNone/>
              <a:defRPr sz="750"/>
            </a:lvl6pPr>
            <a:lvl7pPr marL="0" indent="0">
              <a:spcAft>
                <a:spcPts val="0"/>
              </a:spcAft>
              <a:buFontTx/>
              <a:buNone/>
              <a:defRPr sz="750"/>
            </a:lvl7pPr>
            <a:lvl8pPr marL="0" indent="0">
              <a:spcAft>
                <a:spcPts val="0"/>
              </a:spcAft>
              <a:buFontTx/>
              <a:buNone/>
              <a:defRPr sz="750"/>
            </a:lvl8pPr>
            <a:lvl9pPr marL="0" indent="0">
              <a:spcAft>
                <a:spcPts val="0"/>
              </a:spcAft>
              <a:buFontTx/>
              <a:buNone/>
              <a:defRPr sz="750"/>
            </a:lvl9pPr>
          </a:lstStyle>
          <a:p>
            <a:pPr lvl="0"/>
            <a:r>
              <a:rPr lang="en-US"/>
              <a:t>[Optional footnotes/references]</a:t>
            </a:r>
          </a:p>
        </p:txBody>
      </p:sp>
    </p:spTree>
    <p:extLst>
      <p:ext uri="{BB962C8B-B14F-4D97-AF65-F5344CB8AC3E}">
        <p14:creationId xmlns:p14="http://schemas.microsoft.com/office/powerpoint/2010/main" val="131499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EB4F3052-A950-44A7-8C59-AB78FDAA34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66484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592" imgH="591" progId="TCLayout.ActiveDocument.1">
                  <p:embed/>
                </p:oleObj>
              </mc:Choice>
              <mc:Fallback>
                <p:oleObj name="think-cell 슬라이드" r:id="rId3" imgW="592" imgH="591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EB4F3052-A950-44A7-8C59-AB78FDAA34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">
            <a:extLst>
              <a:ext uri="{FF2B5EF4-FFF2-40B4-BE49-F238E27FC236}">
                <a16:creationId xmlns:a16="http://schemas.microsoft.com/office/drawing/2014/main" id="{87CAB1A9-F515-884B-906F-F80430ACA2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384048"/>
            <a:ext cx="11306175" cy="841248"/>
          </a:xfrm>
        </p:spPr>
        <p:txBody>
          <a:bodyPr vert="horz" lIns="0" tIns="0" rIns="0" bIns="0" rtlCol="0" anchor="b" anchorCtr="0">
            <a:normAutofit/>
          </a:bodyPr>
          <a:lstStyle>
            <a:lvl1pPr>
              <a:defRPr lang="en-US" dirty="0"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[Slide title]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298DDE95-B1C5-FB4C-8BF7-12046F6A30F2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442913" y="1276212"/>
            <a:ext cx="11306173" cy="32017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[Optional slide subtitle]</a:t>
            </a:r>
          </a:p>
        </p:txBody>
      </p:sp>
      <p:sp>
        <p:nvSpPr>
          <p:cNvPr id="10" name="Footnotes">
            <a:extLst>
              <a:ext uri="{FF2B5EF4-FFF2-40B4-BE49-F238E27FC236}">
                <a16:creationId xmlns:a16="http://schemas.microsoft.com/office/drawing/2014/main" id="{B85135FE-5CD1-40E8-8312-B6FE7B4FD8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32304" y="6355077"/>
            <a:ext cx="7315200" cy="274322"/>
          </a:xfrm>
        </p:spPr>
        <p:txBody>
          <a:bodyPr anchor="b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sz="750"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0"/>
              </a:spcAft>
              <a:buFontTx/>
              <a:buNone/>
              <a:defRPr sz="750"/>
            </a:lvl2pPr>
            <a:lvl3pPr marL="0" indent="0">
              <a:spcAft>
                <a:spcPts val="0"/>
              </a:spcAft>
              <a:buFontTx/>
              <a:buNone/>
              <a:defRPr sz="750"/>
            </a:lvl3pPr>
            <a:lvl4pPr marL="0" indent="0">
              <a:spcAft>
                <a:spcPts val="0"/>
              </a:spcAft>
              <a:buFontTx/>
              <a:buNone/>
              <a:defRPr sz="750"/>
            </a:lvl4pPr>
            <a:lvl5pPr marL="0" indent="0">
              <a:spcAft>
                <a:spcPts val="0"/>
              </a:spcAft>
              <a:buFontTx/>
              <a:buNone/>
              <a:defRPr sz="750"/>
            </a:lvl5pPr>
            <a:lvl6pPr marL="0" indent="0">
              <a:spcAft>
                <a:spcPts val="0"/>
              </a:spcAft>
              <a:buFontTx/>
              <a:buNone/>
              <a:defRPr sz="750"/>
            </a:lvl6pPr>
            <a:lvl7pPr marL="0" indent="0">
              <a:spcAft>
                <a:spcPts val="0"/>
              </a:spcAft>
              <a:buFontTx/>
              <a:buNone/>
              <a:defRPr sz="750"/>
            </a:lvl7pPr>
            <a:lvl8pPr marL="0" indent="0">
              <a:spcAft>
                <a:spcPts val="0"/>
              </a:spcAft>
              <a:buFontTx/>
              <a:buNone/>
              <a:defRPr sz="750"/>
            </a:lvl8pPr>
            <a:lvl9pPr marL="0" indent="0">
              <a:spcAft>
                <a:spcPts val="0"/>
              </a:spcAft>
              <a:buFontTx/>
              <a:buNone/>
              <a:defRPr sz="750"/>
            </a:lvl9pPr>
          </a:lstStyle>
          <a:p>
            <a:pPr lvl="0"/>
            <a:r>
              <a:rPr lang="en-US"/>
              <a:t>[Optional footnotes/references]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B3ACC32-1390-D2A8-BDCE-F2C6E8124B9E}"/>
              </a:ext>
            </a:extLst>
          </p:cNvPr>
          <p:cNvGrpSpPr/>
          <p:nvPr userDrawn="1"/>
        </p:nvGrpSpPr>
        <p:grpSpPr>
          <a:xfrm>
            <a:off x="460692" y="1743418"/>
            <a:ext cx="3511233" cy="354365"/>
            <a:chOff x="460692" y="1743418"/>
            <a:chExt cx="5455921" cy="354365"/>
          </a:xfrm>
        </p:grpSpPr>
        <p:sp>
          <p:nvSpPr>
            <p:cNvPr id="2" name="직사각형 1031">
              <a:extLst>
                <a:ext uri="{FF2B5EF4-FFF2-40B4-BE49-F238E27FC236}">
                  <a16:creationId xmlns:a16="http://schemas.microsoft.com/office/drawing/2014/main" id="{FCF2EEDD-85DE-6798-98A2-1ADFA738C710}"/>
                </a:ext>
              </a:extLst>
            </p:cNvPr>
            <p:cNvSpPr/>
            <p:nvPr userDrawn="1"/>
          </p:nvSpPr>
          <p:spPr>
            <a:xfrm>
              <a:off x="460692" y="2043783"/>
              <a:ext cx="5455921" cy="54000"/>
            </a:xfrm>
            <a:prstGeom prst="rect">
              <a:avLst/>
            </a:prstGeom>
            <a:solidFill>
              <a:srgbClr val="DB536A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0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600" b="1" i="0" u="none" strike="noStrike" kern="0" cap="none" spc="0" normalizeH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  <a:sym typeface="Arial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6E8835-464C-B187-A06D-AFDA1346C810}"/>
                </a:ext>
              </a:extLst>
            </p:cNvPr>
            <p:cNvSpPr txBox="1"/>
            <p:nvPr userDrawn="1"/>
          </p:nvSpPr>
          <p:spPr>
            <a:xfrm>
              <a:off x="460692" y="1743418"/>
              <a:ext cx="5455275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eaLnBrk="0">
                <a:lnSpc>
                  <a:spcPct val="100000"/>
                </a:lnSpc>
                <a:spcAft>
                  <a:spcPts val="600"/>
                </a:spcAft>
                <a:buSzPct val="100000"/>
              </a:pPr>
              <a:endParaRPr lang="ko-KR" altLang="en-US" sz="1600" b="1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A192496-8A0C-0C13-8B32-8D6BFE0135C1}"/>
              </a:ext>
            </a:extLst>
          </p:cNvPr>
          <p:cNvGrpSpPr/>
          <p:nvPr userDrawn="1"/>
        </p:nvGrpSpPr>
        <p:grpSpPr>
          <a:xfrm>
            <a:off x="8237855" y="1743418"/>
            <a:ext cx="3511233" cy="354365"/>
            <a:chOff x="460692" y="1743418"/>
            <a:chExt cx="5455921" cy="354365"/>
          </a:xfrm>
        </p:grpSpPr>
        <p:sp>
          <p:nvSpPr>
            <p:cNvPr id="11" name="직사각형 1031">
              <a:extLst>
                <a:ext uri="{FF2B5EF4-FFF2-40B4-BE49-F238E27FC236}">
                  <a16:creationId xmlns:a16="http://schemas.microsoft.com/office/drawing/2014/main" id="{EC7873D3-F6F0-8204-9C1D-ACC97BD5B7FD}"/>
                </a:ext>
              </a:extLst>
            </p:cNvPr>
            <p:cNvSpPr/>
            <p:nvPr userDrawn="1"/>
          </p:nvSpPr>
          <p:spPr>
            <a:xfrm>
              <a:off x="460692" y="2043783"/>
              <a:ext cx="5455921" cy="54000"/>
            </a:xfrm>
            <a:prstGeom prst="rect">
              <a:avLst/>
            </a:prstGeom>
            <a:solidFill>
              <a:srgbClr val="DB536A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0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600" b="1" i="0" u="none" strike="noStrike" kern="0" cap="none" spc="0" normalizeH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  <a:sym typeface="Arial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B60C690-A2D9-C4D2-45DB-7502C1243E02}"/>
                </a:ext>
              </a:extLst>
            </p:cNvPr>
            <p:cNvSpPr txBox="1"/>
            <p:nvPr userDrawn="1"/>
          </p:nvSpPr>
          <p:spPr>
            <a:xfrm>
              <a:off x="460692" y="1743418"/>
              <a:ext cx="5455275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eaLnBrk="0">
                <a:lnSpc>
                  <a:spcPct val="100000"/>
                </a:lnSpc>
                <a:spcAft>
                  <a:spcPts val="600"/>
                </a:spcAft>
                <a:buSzPct val="100000"/>
              </a:pPr>
              <a:endParaRPr lang="ko-KR" altLang="en-US" sz="1600" b="1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E0D138E-A298-F415-960E-F637DFD1666C}"/>
              </a:ext>
            </a:extLst>
          </p:cNvPr>
          <p:cNvGrpSpPr/>
          <p:nvPr userDrawn="1"/>
        </p:nvGrpSpPr>
        <p:grpSpPr>
          <a:xfrm>
            <a:off x="4349274" y="1743418"/>
            <a:ext cx="3511233" cy="354365"/>
            <a:chOff x="460692" y="1743418"/>
            <a:chExt cx="5455921" cy="354365"/>
          </a:xfrm>
        </p:grpSpPr>
        <p:sp>
          <p:nvSpPr>
            <p:cNvPr id="13" name="직사각형 1031">
              <a:extLst>
                <a:ext uri="{FF2B5EF4-FFF2-40B4-BE49-F238E27FC236}">
                  <a16:creationId xmlns:a16="http://schemas.microsoft.com/office/drawing/2014/main" id="{DC382379-2F6B-4023-2FE1-4B9823025BFE}"/>
                </a:ext>
              </a:extLst>
            </p:cNvPr>
            <p:cNvSpPr/>
            <p:nvPr userDrawn="1"/>
          </p:nvSpPr>
          <p:spPr>
            <a:xfrm>
              <a:off x="460692" y="2043783"/>
              <a:ext cx="5455921" cy="54000"/>
            </a:xfrm>
            <a:prstGeom prst="rect">
              <a:avLst/>
            </a:prstGeom>
            <a:solidFill>
              <a:srgbClr val="DB536A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0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600" b="1" i="0" u="none" strike="noStrike" kern="0" cap="none" spc="0" normalizeH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  <a:sym typeface="Arial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2B2EF28-E95B-16FE-0D90-B8D04C0E559D}"/>
                </a:ext>
              </a:extLst>
            </p:cNvPr>
            <p:cNvSpPr txBox="1"/>
            <p:nvPr userDrawn="1"/>
          </p:nvSpPr>
          <p:spPr>
            <a:xfrm>
              <a:off x="460692" y="1743418"/>
              <a:ext cx="5455275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eaLnBrk="0">
                <a:lnSpc>
                  <a:spcPct val="100000"/>
                </a:lnSpc>
                <a:spcAft>
                  <a:spcPts val="600"/>
                </a:spcAft>
                <a:buSzPct val="100000"/>
              </a:pPr>
              <a:endParaRPr lang="ko-KR" altLang="en-US" sz="1600" b="1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286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>
            <a:extLst>
              <a:ext uri="{FF2B5EF4-FFF2-40B4-BE49-F238E27FC236}">
                <a16:creationId xmlns:a16="http://schemas.microsoft.com/office/drawing/2014/main" id="{A55BEDA3-64BF-49EB-8693-7245746D8DC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34023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592" imgH="591" progId="TCLayout.ActiveDocument.1">
                  <p:embed/>
                </p:oleObj>
              </mc:Choice>
              <mc:Fallback>
                <p:oleObj name="think-cell 슬라이드" r:id="rId3" imgW="592" imgH="591" progId="TCLayout.ActiveDocument.1">
                  <p:embed/>
                  <p:pic>
                    <p:nvPicPr>
                      <p:cNvPr id="2" name="개체 1" hidden="1">
                        <a:extLst>
                          <a:ext uri="{FF2B5EF4-FFF2-40B4-BE49-F238E27FC236}">
                            <a16:creationId xmlns:a16="http://schemas.microsoft.com/office/drawing/2014/main" id="{A55BEDA3-64BF-49EB-8693-7245746D8D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">
            <a:extLst>
              <a:ext uri="{FF2B5EF4-FFF2-40B4-BE49-F238E27FC236}">
                <a16:creationId xmlns:a16="http://schemas.microsoft.com/office/drawing/2014/main" id="{BA860F73-05C1-2440-B75E-8C8ABA5A0AAD}"/>
              </a:ext>
            </a:extLst>
          </p:cNvPr>
          <p:cNvSpPr txBox="1">
            <a:spLocks/>
          </p:cNvSpPr>
          <p:nvPr userDrawn="1"/>
        </p:nvSpPr>
        <p:spPr>
          <a:xfrm>
            <a:off x="442914" y="1733550"/>
            <a:ext cx="5473699" cy="133000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+mj-lt"/>
                <a:ea typeface="+mn-ea"/>
                <a:cs typeface="+mn-cs"/>
              </a:rPr>
              <a:t>Thank you</a:t>
            </a:r>
            <a:endParaRPr lang="en-GB">
              <a:latin typeface="+mj-lt"/>
              <a:ea typeface="+mn-ea"/>
              <a:cs typeface="+mn-cs"/>
            </a:endParaRPr>
          </a:p>
        </p:txBody>
      </p:sp>
      <p:sp>
        <p:nvSpPr>
          <p:cNvPr id="12" name="Bar">
            <a:extLst>
              <a:ext uri="{FF2B5EF4-FFF2-40B4-BE49-F238E27FC236}">
                <a16:creationId xmlns:a16="http://schemas.microsoft.com/office/drawing/2014/main" id="{2A9EE898-B870-4E48-A2B7-FE0A7812B418}"/>
              </a:ext>
            </a:extLst>
          </p:cNvPr>
          <p:cNvSpPr/>
          <p:nvPr userDrawn="1"/>
        </p:nvSpPr>
        <p:spPr bwMode="hidden">
          <a:xfrm>
            <a:off x="442914" y="3246438"/>
            <a:ext cx="5473701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>
              <a:latin typeface="+mn-lt"/>
              <a:ea typeface="+mn-ea"/>
              <a:cs typeface="+mn-cs"/>
            </a:endParaRPr>
          </a:p>
        </p:txBody>
      </p:sp>
      <p:sp>
        <p:nvSpPr>
          <p:cNvPr id="3" name="Legal">
            <a:extLst>
              <a:ext uri="{FF2B5EF4-FFF2-40B4-BE49-F238E27FC236}">
                <a16:creationId xmlns:a16="http://schemas.microsoft.com/office/drawing/2014/main" id="{799AD469-221A-3343-A997-2B54D2F4EBC7}"/>
              </a:ext>
            </a:extLst>
          </p:cNvPr>
          <p:cNvSpPr txBox="1"/>
          <p:nvPr userDrawn="1"/>
        </p:nvSpPr>
        <p:spPr>
          <a:xfrm>
            <a:off x="442914" y="4846320"/>
            <a:ext cx="11306172" cy="1371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None/>
              <a:tabLst/>
              <a:defRPr/>
            </a:pPr>
            <a:r>
              <a:rPr lang="en-GB" sz="1200" b="1">
                <a:latin typeface="+mn-lt"/>
                <a:ea typeface="+mn-ea"/>
                <a:cs typeface="+mn-cs"/>
              </a:rPr>
              <a:t>strategyand.pwc.com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/>
            </a:pPr>
            <a:r>
              <a:rPr lang="en-US" sz="1200">
                <a:latin typeface="+mn-lt"/>
                <a:ea typeface="+mn-ea"/>
                <a:cs typeface="+mn-cs"/>
              </a:rPr>
              <a:t>© 2026 PwC. All rights reserved.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/>
            </a:pPr>
            <a:r>
              <a:rPr lang="en-US" sz="1200">
                <a:latin typeface="+mn-lt"/>
                <a:ea typeface="+mn-ea"/>
                <a:cs typeface="+mn-cs"/>
              </a:rPr>
              <a:t>PwC refers to the PwC network and/or one or more of its member firms, each of which is a separate legal entity. Please see pwc.com/structure for further details.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/>
            </a:pPr>
            <a:r>
              <a:rPr lang="en-US" sz="1200" b="1">
                <a:latin typeface="+mn-lt"/>
                <a:ea typeface="+mn-ea"/>
                <a:cs typeface="+mn-cs"/>
              </a:rPr>
              <a:t>Disclaimer:</a:t>
            </a:r>
            <a:r>
              <a:rPr lang="en-US" sz="1200" b="0">
                <a:latin typeface="+mn-lt"/>
                <a:ea typeface="+mn-ea"/>
                <a:cs typeface="+mn-cs"/>
              </a:rPr>
              <a:t> This content is general information purposes only, and should not be used as a substitute for consultation with professional advisors.</a:t>
            </a:r>
            <a:endParaRPr lang="en-GB" sz="1200" b="0">
              <a:latin typeface="+mn-lt"/>
              <a:ea typeface="+mn-ea"/>
              <a:cs typeface="+mn-cs"/>
            </a:endParaRPr>
          </a:p>
        </p:txBody>
      </p:sp>
      <p:pic>
        <p:nvPicPr>
          <p:cNvPr id="6" name="Strategy&amp;">
            <a:extLst>
              <a:ext uri="{FF2B5EF4-FFF2-40B4-BE49-F238E27FC236}">
                <a16:creationId xmlns:a16="http://schemas.microsoft.com/office/drawing/2014/main" id="{88397657-3CBD-6D47-94E5-0515350DB92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2608" y="347472"/>
            <a:ext cx="18288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580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63145736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9" imgW="338" imgH="344" progId="TCLayout.ActiveDocument.1">
                  <p:embed/>
                </p:oleObj>
              </mc:Choice>
              <mc:Fallback>
                <p:oleObj name="think-cell 슬라이드" r:id="rId9" imgW="338" imgH="344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직사각형 4" hidden="1">
            <a:extLst>
              <a:ext uri="{FF2B5EF4-FFF2-40B4-BE49-F238E27FC236}">
                <a16:creationId xmlns:a16="http://schemas.microsoft.com/office/drawing/2014/main" id="{8CF3E78B-4206-4E2A-B933-63F23ED38D72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lnSpc>
                <a:spcPct val="100000"/>
              </a:lnSpc>
            </a:pPr>
            <a:endParaRPr lang="en-US" altLang="ko-KR" sz="2400" b="0" i="0" baseline="0">
              <a:solidFill>
                <a:sysClr val="windowText" lastClr="000000"/>
              </a:solidFill>
              <a:latin typeface="+mn-lt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pPr lvl="0"/>
            <a:r>
              <a:rPr lang="en-US"/>
              <a:t>[Slide title]</a:t>
            </a:r>
            <a:br>
              <a:rPr lang="en-US"/>
            </a:br>
            <a:endParaRPr lang="en-GB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42913" y="1733549"/>
            <a:ext cx="11306175" cy="448437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  <a:endParaRPr lang="en-GB"/>
          </a:p>
        </p:txBody>
      </p:sp>
      <p:sp>
        <p:nvSpPr>
          <p:cNvPr id="8" name="Strategy&amp;">
            <a:extLst>
              <a:ext uri="{FF2B5EF4-FFF2-40B4-BE49-F238E27FC236}">
                <a16:creationId xmlns:a16="http://schemas.microsoft.com/office/drawing/2014/main" id="{166870BE-F7DD-1A75-129E-688ED13B3DDF}"/>
              </a:ext>
            </a:extLst>
          </p:cNvPr>
          <p:cNvSpPr txBox="1"/>
          <p:nvPr userDrawn="1"/>
        </p:nvSpPr>
        <p:spPr>
          <a:xfrm>
            <a:off x="442913" y="6492240"/>
            <a:ext cx="1764792" cy="137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r>
              <a:rPr lang="en-GB" sz="7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PwC </a:t>
            </a:r>
            <a:r>
              <a:rPr lang="en-GB" altLang="ko-KR" sz="7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Strategy&amp;</a:t>
            </a:r>
            <a:endParaRPr lang="en-GB" sz="750" b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51068-A805-6671-925F-1B0F15CD5CC9}"/>
              </a:ext>
            </a:extLst>
          </p:cNvPr>
          <p:cNvSpPr txBox="1"/>
          <p:nvPr userDrawn="1"/>
        </p:nvSpPr>
        <p:spPr>
          <a:xfrm>
            <a:off x="9985088" y="6492240"/>
            <a:ext cx="1764000" cy="11541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r">
              <a:defRPr sz="7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fld id="{E7BD97F0-7A71-4DBD-A590-9C3F72258F54}" type="slidenum">
              <a:rPr lang="en-US" altLang="ko-KR" smtClean="0">
                <a:latin typeface="+mn-lt"/>
                <a:ea typeface="+mn-ea"/>
                <a:cs typeface="+mn-cs"/>
              </a:rPr>
              <a:t>‹#›</a:t>
            </a:fld>
            <a:endParaRPr lang="ko-KR" altLang="en-US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0850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61" r:id="rId2"/>
    <p:sldLayoutId id="2147483788" r:id="rId3"/>
    <p:sldLayoutId id="2147483789" r:id="rId4"/>
    <p:sldLayoutId id="2147483759" r:id="rId5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GB" sz="2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>
          <p15:clr>
            <a:srgbClr val="F26B43"/>
          </p15:clr>
        </p15:guide>
        <p15:guide id="1" pos="279">
          <p15:clr>
            <a:srgbClr val="F26B43"/>
          </p15:clr>
        </p15:guide>
        <p15:guide id="2" pos="7401">
          <p15:clr>
            <a:srgbClr val="F26B43"/>
          </p15:clr>
        </p15:guide>
        <p15:guide id="3" pos="3953">
          <p15:clr>
            <a:srgbClr val="F26B43"/>
          </p15:clr>
        </p15:guide>
        <p15:guide id="4" pos="3727">
          <p15:clr>
            <a:srgbClr val="F26B43"/>
          </p15:clr>
        </p15:guide>
        <p15:guide id="5" orient="horz" pos="3916">
          <p15:clr>
            <a:srgbClr val="F26B43"/>
          </p15:clr>
        </p15:guide>
        <p15:guide id="6" pos="2726">
          <p15:clr>
            <a:srgbClr val="F26B43"/>
          </p15:clr>
        </p15:guide>
        <p15:guide id="7" pos="2502">
          <p15:clr>
            <a:srgbClr val="F26B43"/>
          </p15:clr>
        </p15:guide>
        <p15:guide id="8" pos="4952">
          <p15:clr>
            <a:srgbClr val="F26B43"/>
          </p15:clr>
        </p15:guide>
        <p15:guide id="9" pos="5177">
          <p15:clr>
            <a:srgbClr val="F26B43"/>
          </p15:clr>
        </p15:guide>
        <p15:guide id="10" orient="horz" pos="2160">
          <p15:clr>
            <a:srgbClr val="F26B43"/>
          </p15:clr>
        </p15:guide>
        <p15:guide id="12" orient="horz" pos="1092">
          <p15:clr>
            <a:srgbClr val="F26B43"/>
          </p15:clr>
        </p15:guide>
        <p15:guide id="13" orient="horz" pos="270">
          <p15:clr>
            <a:srgbClr val="F26B43"/>
          </p15:clr>
        </p15:guide>
        <p15:guide id="14" orient="horz" pos="9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Relationship Id="rId4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>
            <a:extLst>
              <a:ext uri="{FF2B5EF4-FFF2-40B4-BE49-F238E27FC236}">
                <a16:creationId xmlns:a16="http://schemas.microsoft.com/office/drawing/2014/main" id="{24192D97-2F85-4349-8380-0B1373962D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38122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5" imgW="473" imgH="473" progId="TCLayout.ActiveDocument.1">
                  <p:embed/>
                </p:oleObj>
              </mc:Choice>
              <mc:Fallback>
                <p:oleObj name="think-cell 슬라이드" r:id="rId5" imgW="473" imgH="473" progId="TCLayout.ActiveDocument.1">
                  <p:embed/>
                  <p:pic>
                    <p:nvPicPr>
                      <p:cNvPr id="7" name="개체 6" hidden="1">
                        <a:extLst>
                          <a:ext uri="{FF2B5EF4-FFF2-40B4-BE49-F238E27FC236}">
                            <a16:creationId xmlns:a16="http://schemas.microsoft.com/office/drawing/2014/main" id="{24192D97-2F85-4349-8380-0B1373962D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Subtitle 3">
            <a:extLst>
              <a:ext uri="{FF2B5EF4-FFF2-40B4-BE49-F238E27FC236}">
                <a16:creationId xmlns:a16="http://schemas.microsoft.com/office/drawing/2014/main" id="{665E93F8-F77C-4B48-A3ED-0820AB3FA11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white">
          <a:xfrm>
            <a:off x="447674" y="4315348"/>
            <a:ext cx="5303520" cy="50783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49447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989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48349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97798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47246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96695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46145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595593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ClrTx/>
              <a:defRPr/>
            </a:pPr>
            <a:r>
              <a:rPr lang="en-US" altLang="ko-KR">
                <a:solidFill>
                  <a:srgbClr val="FFFFFF"/>
                </a:solidFill>
              </a:rPr>
              <a:t>AI </a:t>
            </a:r>
            <a:r>
              <a:rPr lang="ko-KR" altLang="en-US">
                <a:solidFill>
                  <a:srgbClr val="FFFFFF"/>
                </a:solidFill>
              </a:rPr>
              <a:t>과제정의서</a:t>
            </a:r>
            <a:endParaRPr lang="en-US" altLang="ko-KR">
              <a:solidFill>
                <a:srgbClr val="FFFFFF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 KR" panose="020B0200000000000000" pitchFamily="50" charset="-127"/>
                <a:cs typeface="+mn-cs"/>
                <a:sym typeface="Arial"/>
              </a:rPr>
              <a:t>March</a:t>
            </a:r>
            <a:r>
              <a:rPr kumimoji="0" lang="en-GB" sz="1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 KR" panose="020B0200000000000000" pitchFamily="50" charset="-127"/>
                <a:cs typeface="+mn-cs"/>
                <a:sym typeface="Arial"/>
              </a:rPr>
              <a:t>, 2026</a:t>
            </a:r>
          </a:p>
        </p:txBody>
      </p:sp>
      <p:sp>
        <p:nvSpPr>
          <p:cNvPr id="28" name="Title 3">
            <a:extLst>
              <a:ext uri="{FF2B5EF4-FFF2-40B4-BE49-F238E27FC236}">
                <a16:creationId xmlns:a16="http://schemas.microsoft.com/office/drawing/2014/main" id="{729A8E80-E647-4A3E-9767-94E9B2FD87F5}"/>
              </a:ext>
            </a:extLst>
          </p:cNvPr>
          <p:cNvSpPr txBox="1">
            <a:spLocks/>
          </p:cNvSpPr>
          <p:nvPr/>
        </p:nvSpPr>
        <p:spPr>
          <a:xfrm>
            <a:off x="442912" y="1733550"/>
            <a:ext cx="6429836" cy="1695450"/>
          </a:xfrm>
          <a:prstGeom prst="rect">
            <a:avLst/>
          </a:prstGeom>
        </p:spPr>
        <p:txBody>
          <a:bodyPr lIns="0" rIns="0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10000"/>
              </a:lnSpc>
              <a:buClrTx/>
              <a:defRPr/>
            </a:pPr>
            <a:r>
              <a:rPr kumimoji="0" lang="en-US" altLang="ko-KR" sz="4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rPr>
              <a:t>AI </a:t>
            </a:r>
            <a:r>
              <a:rPr kumimoji="0" lang="ko-KR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rPr>
              <a:t>기반</a:t>
            </a:r>
            <a:r>
              <a:rPr kumimoji="0" lang="en-US" altLang="ko-KR" sz="4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rPr>
              <a:t> HR </a:t>
            </a:r>
            <a:r>
              <a:rPr kumimoji="0" lang="ko-KR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rPr>
              <a:t>업무 혁신</a:t>
            </a: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j-cs"/>
              <a:sym typeface="Arial"/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6F9C4AD0-1EF2-A273-2157-0901715132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8" b="89778" l="4851" r="96000">
                        <a14:foregroundMark x1="8596" y1="27556" x2="8596" y2="27556"/>
                        <a14:foregroundMark x1="8255" y1="32000" x2="5021" y2="74667"/>
                        <a14:foregroundMark x1="30298" y1="29333" x2="31574" y2="59111"/>
                        <a14:foregroundMark x1="53872" y1="41778" x2="61106" y2="54667"/>
                        <a14:foregroundMark x1="69787" y1="33778" x2="67149" y2="52889"/>
                        <a14:foregroundMark x1="82979" y1="37333" x2="83660" y2="49333"/>
                        <a14:foregroundMark x1="92426" y1="61778" x2="90553" y2="77333"/>
                        <a14:foregroundMark x1="47660" y1="39111" x2="44000" y2="68889"/>
                        <a14:foregroundMark x1="96000" y1="23111" x2="94723" y2="34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8599" y="1040028"/>
            <a:ext cx="1794006" cy="34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680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3795646-83EE-C483-25B1-B6F6269CD321}"/>
              </a:ext>
            </a:extLst>
          </p:cNvPr>
          <p:cNvSpPr/>
          <p:nvPr/>
        </p:nvSpPr>
        <p:spPr>
          <a:xfrm>
            <a:off x="0" y="0"/>
            <a:ext cx="12192000" cy="600075"/>
          </a:xfrm>
          <a:prstGeom prst="rect">
            <a:avLst/>
          </a:prstGeom>
          <a:solidFill>
            <a:srgbClr val="A32020">
              <a:alpha val="90000"/>
            </a:srgb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88000" tIns="36000" rIns="288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+mn-ea"/>
              </a:rPr>
              <a:t>■ 과제번호</a:t>
            </a:r>
            <a:r>
              <a:rPr lang="en-US" altLang="ko-KR" sz="160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600">
                <a:solidFill>
                  <a:schemeClr val="bg1"/>
                </a:solidFill>
                <a:latin typeface="+mn-ea"/>
              </a:rPr>
              <a:t>이름</a:t>
            </a:r>
            <a:endParaRPr lang="en-US" altLang="ko-KR" sz="160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07729FE-1F04-E042-90D9-B1E7F1F2A661}"/>
              </a:ext>
            </a:extLst>
          </p:cNvPr>
          <p:cNvGrpSpPr/>
          <p:nvPr/>
        </p:nvGrpSpPr>
        <p:grpSpPr>
          <a:xfrm>
            <a:off x="1990161" y="138112"/>
            <a:ext cx="4457700" cy="342900"/>
            <a:chOff x="1276350" y="1509712"/>
            <a:chExt cx="3800475" cy="342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A43C363-15AE-2834-E92A-3CE7438E5B4D}"/>
                </a:ext>
              </a:extLst>
            </p:cNvPr>
            <p:cNvSpPr/>
            <p:nvPr/>
          </p:nvSpPr>
          <p:spPr>
            <a:xfrm>
              <a:off x="1276350" y="1509712"/>
              <a:ext cx="3800475" cy="3429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ko-KR" altLang="en-US" b="1">
                  <a:solidFill>
                    <a:schemeClr val="bg1">
                      <a:alpha val="80000"/>
                    </a:schemeClr>
                  </a:solidFill>
                </a:rPr>
                <a:t>과제번호</a:t>
              </a:r>
              <a:r>
                <a:rPr lang="en-US" altLang="ko-KR" b="1">
                  <a:solidFill>
                    <a:schemeClr val="bg1">
                      <a:alpha val="80000"/>
                    </a:schemeClr>
                  </a:solidFill>
                </a:rPr>
                <a:t>/</a:t>
              </a:r>
              <a:r>
                <a:rPr lang="ko-KR" altLang="en-US" b="1">
                  <a:solidFill>
                    <a:schemeClr val="bg1">
                      <a:alpha val="80000"/>
                    </a:schemeClr>
                  </a:solidFill>
                </a:rPr>
                <a:t>이름을 입력해주세요</a:t>
              </a:r>
              <a:r>
                <a:rPr lang="en-US" altLang="ko-KR" b="1">
                  <a:solidFill>
                    <a:schemeClr val="bg1">
                      <a:alpha val="80000"/>
                    </a:schemeClr>
                  </a:solidFill>
                </a:rPr>
                <a:t>.</a:t>
              </a:r>
              <a:endParaRPr lang="ko-KR" altLang="en-US" b="1">
                <a:solidFill>
                  <a:schemeClr val="bg1">
                    <a:alpha val="80000"/>
                  </a:schemeClr>
                </a:solidFill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96A124D7-1172-9662-E7DA-07A2FF0309C0}"/>
                </a:ext>
              </a:extLst>
            </p:cNvPr>
            <p:cNvCxnSpPr>
              <a:cxnSpLocks/>
            </p:cNvCxnSpPr>
            <p:nvPr/>
          </p:nvCxnSpPr>
          <p:spPr>
            <a:xfrm>
              <a:off x="1276350" y="1809749"/>
              <a:ext cx="3800475" cy="0"/>
            </a:xfrm>
            <a:prstGeom prst="line">
              <a:avLst/>
            </a:prstGeom>
            <a:ln w="12700" cap="sq">
              <a:solidFill>
                <a:schemeClr val="bg1">
                  <a:alpha val="7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4531D44-E581-207C-3603-BAA96F7E4524}"/>
              </a:ext>
            </a:extLst>
          </p:cNvPr>
          <p:cNvSpPr/>
          <p:nvPr/>
        </p:nvSpPr>
        <p:spPr>
          <a:xfrm>
            <a:off x="8725250" y="147637"/>
            <a:ext cx="3257199" cy="3429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>
                <a:solidFill>
                  <a:schemeClr val="bg1"/>
                </a:solidFill>
              </a:rPr>
              <a:t>작성일</a:t>
            </a:r>
            <a:r>
              <a:rPr lang="en-US" altLang="ko-KR" sz="1200">
                <a:solidFill>
                  <a:schemeClr val="bg1"/>
                </a:solidFill>
              </a:rPr>
              <a:t>: 2026.01.01   |   </a:t>
            </a:r>
            <a:r>
              <a:rPr lang="ko-KR" altLang="en-US" sz="1200">
                <a:solidFill>
                  <a:schemeClr val="bg1"/>
                </a:solidFill>
              </a:rPr>
              <a:t>작성자</a:t>
            </a:r>
            <a:r>
              <a:rPr lang="en-US" altLang="ko-KR" sz="1200">
                <a:solidFill>
                  <a:schemeClr val="bg1"/>
                </a:solidFill>
              </a:rPr>
              <a:t>: PwC </a:t>
            </a:r>
            <a:r>
              <a:rPr lang="ko-KR" altLang="en-US" sz="1200">
                <a:solidFill>
                  <a:schemeClr val="bg1"/>
                </a:solidFill>
              </a:rPr>
              <a:t>홍길동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81EEFFC-721C-8C2A-50D6-49775F3D7514}"/>
              </a:ext>
            </a:extLst>
          </p:cNvPr>
          <p:cNvGrpSpPr/>
          <p:nvPr/>
        </p:nvGrpSpPr>
        <p:grpSpPr>
          <a:xfrm>
            <a:off x="206003" y="752475"/>
            <a:ext cx="11728582" cy="1223052"/>
            <a:chOff x="206003" y="781050"/>
            <a:chExt cx="11728582" cy="1223052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E90EC151-3334-2FBD-A0E1-8848BC546200}"/>
                </a:ext>
              </a:extLst>
            </p:cNvPr>
            <p:cNvSpPr/>
            <p:nvPr/>
          </p:nvSpPr>
          <p:spPr>
            <a:xfrm>
              <a:off x="206003" y="781050"/>
              <a:ext cx="11728582" cy="1223052"/>
            </a:xfrm>
            <a:prstGeom prst="roundRect">
              <a:avLst>
                <a:gd name="adj" fmla="val 2881"/>
              </a:avLst>
            </a:prstGeom>
            <a:solidFill>
              <a:srgbClr val="F3F3F3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5DA459C-54D5-18C6-5312-F84A5FAD9CF6}"/>
                </a:ext>
              </a:extLst>
            </p:cNvPr>
            <p:cNvSpPr/>
            <p:nvPr/>
          </p:nvSpPr>
          <p:spPr>
            <a:xfrm>
              <a:off x="746173" y="921374"/>
              <a:ext cx="2906363" cy="3429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ko-KR" altLang="en-US" b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과제 개요 </a:t>
              </a:r>
              <a:r>
                <a:rPr lang="en-US" altLang="ko-KR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주요 과제 내용</a:t>
              </a:r>
              <a:r>
                <a:rPr lang="en-US" altLang="ko-KR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endParaRPr lang="ko-KR" altLang="en-US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954B95A-9BBD-23F0-7859-9E96864A217B}"/>
                </a:ext>
              </a:extLst>
            </p:cNvPr>
            <p:cNvSpPr/>
            <p:nvPr/>
          </p:nvSpPr>
          <p:spPr>
            <a:xfrm>
              <a:off x="428193" y="1285848"/>
              <a:ext cx="11333879" cy="589970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36000" rIns="180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lnSpc>
                  <a:spcPct val="100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ko-KR" altLang="en-US" sz="1100" err="1">
                  <a:solidFill>
                    <a:sysClr val="windowText" lastClr="000000"/>
                  </a:solidFill>
                </a:rPr>
                <a:t>ㅇㅇ</a:t>
              </a:r>
              <a:endParaRPr lang="ko-KR" altLang="en-US" sz="110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84AB2FA1-BC12-B458-32BE-ACC7FACA2B4C}"/>
                </a:ext>
              </a:extLst>
            </p:cNvPr>
            <p:cNvSpPr/>
            <p:nvPr/>
          </p:nvSpPr>
          <p:spPr>
            <a:xfrm>
              <a:off x="429108" y="956299"/>
              <a:ext cx="247757" cy="247650"/>
            </a:xfrm>
            <a:prstGeom prst="ellipse">
              <a:avLst/>
            </a:prstGeom>
            <a:solidFill>
              <a:srgbClr val="A32020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ko-KR" sz="1200" b="1">
                  <a:solidFill>
                    <a:schemeClr val="bg1"/>
                  </a:solidFill>
                </a:rPr>
                <a:t>1</a:t>
              </a:r>
              <a:endParaRPr lang="ko-KR" altLang="en-US" sz="12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CD0353A3-90DD-7BEC-D2E8-68A319803808}"/>
              </a:ext>
            </a:extLst>
          </p:cNvPr>
          <p:cNvGrpSpPr/>
          <p:nvPr/>
        </p:nvGrpSpPr>
        <p:grpSpPr>
          <a:xfrm>
            <a:off x="206003" y="2093643"/>
            <a:ext cx="3680197" cy="2340969"/>
            <a:chOff x="206003" y="2246044"/>
            <a:chExt cx="3680197" cy="2125780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451DA0B8-9F38-A5D6-97F3-96AA938D5052}"/>
                </a:ext>
              </a:extLst>
            </p:cNvPr>
            <p:cNvSpPr/>
            <p:nvPr/>
          </p:nvSpPr>
          <p:spPr>
            <a:xfrm>
              <a:off x="206003" y="2246044"/>
              <a:ext cx="3680197" cy="2125780"/>
            </a:xfrm>
            <a:prstGeom prst="roundRect">
              <a:avLst>
                <a:gd name="adj" fmla="val 2881"/>
              </a:avLst>
            </a:prstGeom>
            <a:solidFill>
              <a:srgbClr val="F3F3F3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89A2157-821C-1DFC-3AF0-DE5C58AA4CED}"/>
                </a:ext>
              </a:extLst>
            </p:cNvPr>
            <p:cNvSpPr/>
            <p:nvPr/>
          </p:nvSpPr>
          <p:spPr>
            <a:xfrm>
              <a:off x="746173" y="2386368"/>
              <a:ext cx="2906363" cy="3429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ko-KR" altLang="en-US" b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매핑 프로세스 </a:t>
              </a:r>
              <a:r>
                <a:rPr lang="en-US" altLang="ko-KR" sz="12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(To-Be </a:t>
              </a:r>
              <a:r>
                <a:rPr lang="ko-KR" altLang="en-US" sz="12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기준</a:t>
              </a:r>
              <a:r>
                <a:rPr lang="en-US" altLang="ko-KR" sz="12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r>
                <a:rPr lang="en-US" altLang="ko-KR" baseline="300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1)</a:t>
              </a:r>
              <a:endParaRPr lang="ko-KR" altLang="en-US" baseline="30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8EC61B37-475A-E0DD-E56F-222ACDA0A471}"/>
                </a:ext>
              </a:extLst>
            </p:cNvPr>
            <p:cNvSpPr/>
            <p:nvPr/>
          </p:nvSpPr>
          <p:spPr>
            <a:xfrm>
              <a:off x="429108" y="2433993"/>
              <a:ext cx="247757" cy="247650"/>
            </a:xfrm>
            <a:prstGeom prst="ellipse">
              <a:avLst/>
            </a:prstGeom>
            <a:solidFill>
              <a:srgbClr val="A32020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ko-KR" sz="1200" b="1">
                  <a:solidFill>
                    <a:schemeClr val="bg1"/>
                  </a:solidFill>
                </a:rPr>
                <a:t>2</a:t>
              </a:r>
              <a:endParaRPr lang="ko-KR" altLang="en-US" sz="1200" b="1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4AC4BF5A-BF5D-9CCA-3C64-8833EBD3A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764124"/>
              </p:ext>
            </p:extLst>
          </p:nvPr>
        </p:nvGraphicFramePr>
        <p:xfrm>
          <a:off x="552986" y="2620807"/>
          <a:ext cx="3099550" cy="1219200"/>
        </p:xfrm>
        <a:graphic>
          <a:graphicData uri="http://schemas.openxmlformats.org/drawingml/2006/table">
            <a:tbl>
              <a:tblPr firstRow="1" bandRow="1">
                <a:tableStyleId>{22677261-6A8E-475E-B872-9AC8D37CD559}</a:tableStyleId>
              </a:tblPr>
              <a:tblGrid>
                <a:gridCol w="765675">
                  <a:extLst>
                    <a:ext uri="{9D8B030D-6E8A-4147-A177-3AD203B41FA5}">
                      <a16:colId xmlns:a16="http://schemas.microsoft.com/office/drawing/2014/main" val="372359464"/>
                    </a:ext>
                  </a:extLst>
                </a:gridCol>
                <a:gridCol w="2333875">
                  <a:extLst>
                    <a:ext uri="{9D8B030D-6E8A-4147-A177-3AD203B41FA5}">
                      <a16:colId xmlns:a16="http://schemas.microsoft.com/office/drawing/2014/main" val="2536951796"/>
                    </a:ext>
                  </a:extLst>
                </a:gridCol>
              </a:tblGrid>
              <a:tr h="2328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프로세스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535086"/>
                  </a:ext>
                </a:extLst>
              </a:tr>
              <a:tr h="2328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#.#.#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ㅇㅇ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364786"/>
                  </a:ext>
                </a:extLst>
              </a:tr>
              <a:tr h="232844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330970"/>
                  </a:ext>
                </a:extLst>
              </a:tr>
              <a:tr h="232844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179994"/>
                  </a:ext>
                </a:extLst>
              </a:tr>
              <a:tr h="232844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176575"/>
                  </a:ext>
                </a:extLst>
              </a:tr>
            </a:tbl>
          </a:graphicData>
        </a:graphic>
      </p:graphicFrame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09388D5C-921E-B0CC-5F83-DAE7860B3C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32304" y="6427927"/>
            <a:ext cx="7315200" cy="274322"/>
          </a:xfrm>
        </p:spPr>
        <p:txBody>
          <a:bodyPr/>
          <a:lstStyle/>
          <a:p>
            <a:r>
              <a:rPr lang="en-US" altLang="ko-KR"/>
              <a:t>1) L3~L5 </a:t>
            </a:r>
            <a:r>
              <a:rPr lang="ko-KR" altLang="en-US"/>
              <a:t>구분 없이 자유롭게 기재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DDBA8E0-EF83-B398-F601-F724FE8D9ADB}"/>
              </a:ext>
            </a:extLst>
          </p:cNvPr>
          <p:cNvSpPr/>
          <p:nvPr/>
        </p:nvSpPr>
        <p:spPr>
          <a:xfrm>
            <a:off x="206003" y="4553033"/>
            <a:ext cx="3680197" cy="1952864"/>
          </a:xfrm>
          <a:prstGeom prst="roundRect">
            <a:avLst>
              <a:gd name="adj" fmla="val 2881"/>
            </a:avLst>
          </a:prstGeom>
          <a:solidFill>
            <a:srgbClr val="F3F3F3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9FEA532-E898-BB22-19A0-1AC7A799609A}"/>
              </a:ext>
            </a:extLst>
          </p:cNvPr>
          <p:cNvSpPr/>
          <p:nvPr/>
        </p:nvSpPr>
        <p:spPr>
          <a:xfrm>
            <a:off x="746173" y="4659599"/>
            <a:ext cx="2906363" cy="3429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이해관계자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93D20C44-DA7B-EAD5-4305-909FBC9569B7}"/>
              </a:ext>
            </a:extLst>
          </p:cNvPr>
          <p:cNvSpPr/>
          <p:nvPr/>
        </p:nvSpPr>
        <p:spPr>
          <a:xfrm>
            <a:off x="429108" y="4707224"/>
            <a:ext cx="247757" cy="247650"/>
          </a:xfrm>
          <a:prstGeom prst="ellipse">
            <a:avLst/>
          </a:prstGeom>
          <a:solidFill>
            <a:srgbClr val="A32020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ko-KR" sz="1200" b="1">
                <a:solidFill>
                  <a:schemeClr val="bg1"/>
                </a:solidFill>
              </a:rPr>
              <a:t>3</a:t>
            </a:r>
            <a:endParaRPr lang="ko-KR" altLang="en-US" sz="1200" b="1">
              <a:solidFill>
                <a:schemeClr val="bg1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B99D7C2-7BAB-CB92-1E0D-E823AC77A04B}"/>
              </a:ext>
            </a:extLst>
          </p:cNvPr>
          <p:cNvGrpSpPr/>
          <p:nvPr/>
        </p:nvGrpSpPr>
        <p:grpSpPr>
          <a:xfrm>
            <a:off x="428193" y="5009265"/>
            <a:ext cx="3224343" cy="1378212"/>
            <a:chOff x="428193" y="4890249"/>
            <a:chExt cx="3224343" cy="1501787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5C1547EB-C644-B9EB-9353-5F3F7F6F6BA4}"/>
                </a:ext>
              </a:extLst>
            </p:cNvPr>
            <p:cNvSpPr/>
            <p:nvPr/>
          </p:nvSpPr>
          <p:spPr>
            <a:xfrm>
              <a:off x="428193" y="4890249"/>
              <a:ext cx="1401817" cy="339851"/>
            </a:xfrm>
            <a:prstGeom prst="rect">
              <a:avLst/>
            </a:prstGeom>
            <a:noFill/>
            <a:ln w="3175"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lnSpc>
                  <a:spcPct val="100000"/>
                </a:lnSpc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ko-KR" altLang="en-US" sz="1100">
                  <a:solidFill>
                    <a:sysClr val="windowText" lastClr="000000"/>
                  </a:solidFill>
                </a:rPr>
                <a:t>과제 오너</a:t>
              </a:r>
              <a:r>
                <a:rPr lang="en-US" altLang="ko-KR" sz="1100">
                  <a:solidFill>
                    <a:sysClr val="windowText" lastClr="000000"/>
                  </a:solidFill>
                </a:rPr>
                <a:t>(</a:t>
              </a:r>
              <a:r>
                <a:rPr lang="ko-KR" altLang="en-US" sz="1100">
                  <a:solidFill>
                    <a:sysClr val="windowText" lastClr="000000"/>
                  </a:solidFill>
                </a:rPr>
                <a:t>이름</a:t>
              </a:r>
              <a:r>
                <a:rPr lang="en-US" altLang="ko-KR" sz="1100">
                  <a:solidFill>
                    <a:sysClr val="windowText" lastClr="000000"/>
                  </a:solidFill>
                </a:rPr>
                <a:t>)</a:t>
              </a:r>
              <a:endParaRPr lang="ko-KR" altLang="en-US" sz="110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547B67C3-076E-3CE5-5401-5D2AE4522627}"/>
                </a:ext>
              </a:extLst>
            </p:cNvPr>
            <p:cNvSpPr/>
            <p:nvPr/>
          </p:nvSpPr>
          <p:spPr>
            <a:xfrm>
              <a:off x="1657350" y="4890249"/>
              <a:ext cx="1995186" cy="339851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0000"/>
                </a:lnSpc>
                <a:spcAft>
                  <a:spcPts val="1200"/>
                </a:spcAft>
              </a:pPr>
              <a:r>
                <a:rPr lang="en-US" altLang="ko-KR" sz="1100">
                  <a:solidFill>
                    <a:sysClr val="windowText" lastClr="000000"/>
                  </a:solidFill>
                </a:rPr>
                <a:t>: </a:t>
              </a:r>
              <a:r>
                <a:rPr lang="ko-KR" altLang="en-US" sz="1100" err="1">
                  <a:solidFill>
                    <a:sysClr val="windowText" lastClr="000000"/>
                  </a:solidFill>
                </a:rPr>
                <a:t>ㅇㅇ</a:t>
              </a:r>
              <a:endParaRPr lang="en-US" altLang="ko-KR" sz="110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E3FA6B89-DC39-2C7E-6DA8-6A4E0F3E4A96}"/>
                </a:ext>
              </a:extLst>
            </p:cNvPr>
            <p:cNvSpPr/>
            <p:nvPr/>
          </p:nvSpPr>
          <p:spPr>
            <a:xfrm>
              <a:off x="428193" y="5277305"/>
              <a:ext cx="1401817" cy="339851"/>
            </a:xfrm>
            <a:prstGeom prst="rect">
              <a:avLst/>
            </a:prstGeom>
            <a:noFill/>
            <a:ln w="3175"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lnSpc>
                  <a:spcPct val="100000"/>
                </a:lnSpc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ko-KR" altLang="en-US" sz="1100">
                  <a:solidFill>
                    <a:sysClr val="windowText" lastClr="000000"/>
                  </a:solidFill>
                </a:rPr>
                <a:t>주관 부서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4B491F1-02FB-FCE2-96B6-1712B0E61796}"/>
                </a:ext>
              </a:extLst>
            </p:cNvPr>
            <p:cNvSpPr/>
            <p:nvPr/>
          </p:nvSpPr>
          <p:spPr>
            <a:xfrm>
              <a:off x="1657350" y="5277305"/>
              <a:ext cx="1995186" cy="339851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0000"/>
                </a:lnSpc>
                <a:spcAft>
                  <a:spcPts val="1200"/>
                </a:spcAft>
              </a:pPr>
              <a:r>
                <a:rPr lang="en-US" altLang="ko-KR" sz="1100">
                  <a:solidFill>
                    <a:sysClr val="windowText" lastClr="000000"/>
                  </a:solidFill>
                </a:rPr>
                <a:t>: </a:t>
              </a:r>
              <a:r>
                <a:rPr lang="ko-KR" altLang="en-US" sz="1100" err="1">
                  <a:solidFill>
                    <a:sysClr val="windowText" lastClr="000000"/>
                  </a:solidFill>
                </a:rPr>
                <a:t>ㅇㅇ</a:t>
              </a:r>
              <a:endParaRPr lang="en-US" altLang="ko-KR" sz="110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938FC43F-7119-5047-D584-6A575826B798}"/>
                </a:ext>
              </a:extLst>
            </p:cNvPr>
            <p:cNvSpPr/>
            <p:nvPr/>
          </p:nvSpPr>
          <p:spPr>
            <a:xfrm>
              <a:off x="428193" y="5664745"/>
              <a:ext cx="1401817" cy="339851"/>
            </a:xfrm>
            <a:prstGeom prst="rect">
              <a:avLst/>
            </a:prstGeom>
            <a:noFill/>
            <a:ln w="3175"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lnSpc>
                  <a:spcPct val="100000"/>
                </a:lnSpc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ko-KR" altLang="en-US" sz="1100">
                  <a:solidFill>
                    <a:sysClr val="windowText" lastClr="000000"/>
                  </a:solidFill>
                </a:rPr>
                <a:t>협업 부서</a:t>
              </a: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B4AE84E1-2DD9-3B8C-0E80-873C136E0F4C}"/>
                </a:ext>
              </a:extLst>
            </p:cNvPr>
            <p:cNvSpPr/>
            <p:nvPr/>
          </p:nvSpPr>
          <p:spPr>
            <a:xfrm>
              <a:off x="1657350" y="5664745"/>
              <a:ext cx="1995186" cy="339851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0000"/>
                </a:lnSpc>
                <a:spcAft>
                  <a:spcPts val="1200"/>
                </a:spcAft>
              </a:pPr>
              <a:r>
                <a:rPr lang="en-US" altLang="ko-KR" sz="1100">
                  <a:solidFill>
                    <a:sysClr val="windowText" lastClr="000000"/>
                  </a:solidFill>
                </a:rPr>
                <a:t>: </a:t>
              </a:r>
              <a:r>
                <a:rPr lang="ko-KR" altLang="en-US" sz="1100" err="1">
                  <a:solidFill>
                    <a:sysClr val="windowText" lastClr="000000"/>
                  </a:solidFill>
                </a:rPr>
                <a:t>ㅇㅇ</a:t>
              </a:r>
              <a:endParaRPr lang="en-US" altLang="ko-KR" sz="1100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D7393600-2884-3250-824D-69FADC676F20}"/>
                </a:ext>
              </a:extLst>
            </p:cNvPr>
            <p:cNvSpPr/>
            <p:nvPr/>
          </p:nvSpPr>
          <p:spPr>
            <a:xfrm>
              <a:off x="428193" y="6052185"/>
              <a:ext cx="1401817" cy="339851"/>
            </a:xfrm>
            <a:prstGeom prst="rect">
              <a:avLst/>
            </a:prstGeom>
            <a:noFill/>
            <a:ln w="3175"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lnSpc>
                  <a:spcPct val="100000"/>
                </a:lnSpc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ko-KR" altLang="en-US" sz="1100">
                  <a:solidFill>
                    <a:sysClr val="windowText" lastClr="000000"/>
                  </a:solidFill>
                </a:rPr>
                <a:t>외부 파트너</a:t>
              </a: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77A800A1-6FFB-F66A-F885-700290648816}"/>
                </a:ext>
              </a:extLst>
            </p:cNvPr>
            <p:cNvSpPr/>
            <p:nvPr/>
          </p:nvSpPr>
          <p:spPr>
            <a:xfrm>
              <a:off x="1657350" y="6052185"/>
              <a:ext cx="1995186" cy="339851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0000"/>
                </a:lnSpc>
                <a:spcAft>
                  <a:spcPts val="1200"/>
                </a:spcAft>
              </a:pPr>
              <a:r>
                <a:rPr lang="en-US" altLang="ko-KR" sz="1100">
                  <a:solidFill>
                    <a:sysClr val="windowText" lastClr="000000"/>
                  </a:solidFill>
                </a:rPr>
                <a:t>: </a:t>
              </a:r>
              <a:r>
                <a:rPr lang="ko-KR" altLang="en-US" sz="1100" err="1">
                  <a:solidFill>
                    <a:sysClr val="windowText" lastClr="000000"/>
                  </a:solidFill>
                </a:rPr>
                <a:t>ㅇㅇ</a:t>
              </a:r>
              <a:endParaRPr lang="en-US" altLang="ko-KR" sz="110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40ACA3BE-3BF8-74A4-1670-CBAE9416DE35}"/>
              </a:ext>
            </a:extLst>
          </p:cNvPr>
          <p:cNvSpPr/>
          <p:nvPr/>
        </p:nvSpPr>
        <p:spPr>
          <a:xfrm>
            <a:off x="4233183" y="2091830"/>
            <a:ext cx="3680197" cy="4414048"/>
          </a:xfrm>
          <a:prstGeom prst="roundRect">
            <a:avLst>
              <a:gd name="adj" fmla="val 2881"/>
            </a:avLst>
          </a:prstGeom>
          <a:solidFill>
            <a:srgbClr val="F3F3F3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2FA5F12-6809-9772-9291-266F273656D6}"/>
              </a:ext>
            </a:extLst>
          </p:cNvPr>
          <p:cNvSpPr/>
          <p:nvPr/>
        </p:nvSpPr>
        <p:spPr>
          <a:xfrm>
            <a:off x="4773353" y="2222325"/>
            <a:ext cx="2906363" cy="3429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현황</a:t>
            </a:r>
            <a:r>
              <a:rPr lang="en-US" altLang="ko-KR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및 문제점</a:t>
            </a:r>
            <a:r>
              <a:rPr lang="en-US" altLang="ko-KR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vs. </a:t>
            </a:r>
            <a:r>
              <a:rPr lang="ko-KR" altLang="en-US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개선 방향</a:t>
            </a:r>
            <a:endParaRPr lang="ko-KR" altLang="en-US" b="1" baseline="3000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E11112AD-D12D-D9A5-95FD-BDD531B6D6ED}"/>
              </a:ext>
            </a:extLst>
          </p:cNvPr>
          <p:cNvSpPr/>
          <p:nvPr/>
        </p:nvSpPr>
        <p:spPr>
          <a:xfrm>
            <a:off x="4456288" y="2269950"/>
            <a:ext cx="247757" cy="247650"/>
          </a:xfrm>
          <a:prstGeom prst="ellipse">
            <a:avLst/>
          </a:prstGeom>
          <a:solidFill>
            <a:srgbClr val="A32020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ko-KR" sz="1200" b="1">
                <a:solidFill>
                  <a:schemeClr val="bg1"/>
                </a:solidFill>
              </a:rPr>
              <a:t>4</a:t>
            </a:r>
            <a:endParaRPr lang="ko-KR" altLang="en-US" sz="1200" b="1">
              <a:solidFill>
                <a:schemeClr val="bg1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D0F795E-5669-D179-5E36-2B0B5801EAE1}"/>
              </a:ext>
            </a:extLst>
          </p:cNvPr>
          <p:cNvGrpSpPr/>
          <p:nvPr/>
        </p:nvGrpSpPr>
        <p:grpSpPr>
          <a:xfrm>
            <a:off x="4407749" y="2601226"/>
            <a:ext cx="3340134" cy="1755567"/>
            <a:chOff x="4388699" y="2590614"/>
            <a:chExt cx="3340134" cy="1703936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D242F09-82C2-A1B6-ACC9-C3FA123B5F9E}"/>
                </a:ext>
              </a:extLst>
            </p:cNvPr>
            <p:cNvSpPr/>
            <p:nvPr/>
          </p:nvSpPr>
          <p:spPr>
            <a:xfrm>
              <a:off x="4407732" y="2590614"/>
              <a:ext cx="3321101" cy="1703936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3175">
              <a:solidFill>
                <a:srgbClr val="A5A5A5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ko-KR" altLang="en-US" sz="1200" b="1">
                  <a:solidFill>
                    <a:srgbClr val="616161"/>
                  </a:solidFill>
                </a:rPr>
                <a:t>현황 및 문제점</a:t>
              </a:r>
            </a:p>
          </p:txBody>
        </p: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EE16D544-334D-924D-B363-0384F3C4E65F}"/>
                </a:ext>
              </a:extLst>
            </p:cNvPr>
            <p:cNvCxnSpPr>
              <a:cxnSpLocks/>
            </p:cNvCxnSpPr>
            <p:nvPr/>
          </p:nvCxnSpPr>
          <p:spPr>
            <a:xfrm>
              <a:off x="4388699" y="2607401"/>
              <a:ext cx="0" cy="1670360"/>
            </a:xfrm>
            <a:prstGeom prst="line">
              <a:avLst/>
            </a:prstGeom>
            <a:ln w="41275" cap="sq">
              <a:solidFill>
                <a:srgbClr val="A5A5A5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A7F07CEA-B5A6-0DEB-DE53-EA7E4C136A88}"/>
                </a:ext>
              </a:extLst>
            </p:cNvPr>
            <p:cNvSpPr/>
            <p:nvPr/>
          </p:nvSpPr>
          <p:spPr>
            <a:xfrm>
              <a:off x="4580922" y="2922072"/>
              <a:ext cx="2994554" cy="1288202"/>
            </a:xfrm>
            <a:prstGeom prst="rect">
              <a:avLst/>
            </a:prstGeom>
            <a:solidFill>
              <a:srgbClr val="F5F5F5">
                <a:alpha val="8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lnSpc>
                  <a:spcPct val="10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100" err="1">
                  <a:solidFill>
                    <a:sysClr val="windowText" lastClr="000000"/>
                  </a:solidFill>
                </a:rPr>
                <a:t>ㅇㅇ</a:t>
              </a:r>
              <a:endParaRPr lang="en-US" altLang="ko-KR" sz="110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AA5075C-A6B5-9CA9-5529-EB46D694FBD3}"/>
              </a:ext>
            </a:extLst>
          </p:cNvPr>
          <p:cNvGrpSpPr/>
          <p:nvPr/>
        </p:nvGrpSpPr>
        <p:grpSpPr>
          <a:xfrm>
            <a:off x="4407749" y="4610533"/>
            <a:ext cx="3340134" cy="1755567"/>
            <a:chOff x="4388699" y="4634049"/>
            <a:chExt cx="3340134" cy="1703936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F052CCA6-0239-F58A-F82F-AB50CED9728D}"/>
                </a:ext>
              </a:extLst>
            </p:cNvPr>
            <p:cNvSpPr/>
            <p:nvPr/>
          </p:nvSpPr>
          <p:spPr>
            <a:xfrm>
              <a:off x="4407732" y="4634049"/>
              <a:ext cx="3321101" cy="1703936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1200" b="1">
                  <a:solidFill>
                    <a:srgbClr val="A32020"/>
                  </a:solidFill>
                </a:rPr>
                <a:t>개선 방향</a:t>
              </a:r>
            </a:p>
          </p:txBody>
        </p: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383832D0-0066-4DF4-3E8F-5BF0A891EE45}"/>
                </a:ext>
              </a:extLst>
            </p:cNvPr>
            <p:cNvCxnSpPr>
              <a:cxnSpLocks/>
            </p:cNvCxnSpPr>
            <p:nvPr/>
          </p:nvCxnSpPr>
          <p:spPr>
            <a:xfrm>
              <a:off x="4388699" y="4650837"/>
              <a:ext cx="0" cy="1670360"/>
            </a:xfrm>
            <a:prstGeom prst="line">
              <a:avLst/>
            </a:prstGeom>
            <a:ln w="41275" cap="sq">
              <a:solidFill>
                <a:srgbClr val="A3202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B7AEE800-5A4F-B755-2985-4F0C93CE8979}"/>
                </a:ext>
              </a:extLst>
            </p:cNvPr>
            <p:cNvSpPr/>
            <p:nvPr/>
          </p:nvSpPr>
          <p:spPr>
            <a:xfrm>
              <a:off x="4580922" y="4970074"/>
              <a:ext cx="2994554" cy="1288202"/>
            </a:xfrm>
            <a:prstGeom prst="rect">
              <a:avLst/>
            </a:prstGeom>
            <a:solidFill>
              <a:srgbClr val="F5F5F5">
                <a:alpha val="8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100" err="1">
                  <a:solidFill>
                    <a:sysClr val="windowText" lastClr="000000"/>
                  </a:solidFill>
                </a:rPr>
                <a:t>ㅇㅇ</a:t>
              </a:r>
              <a:endParaRPr lang="ko-KR" altLang="en-US" sz="110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534B5821-37C7-CA10-0CE0-4F69952EAF56}"/>
              </a:ext>
            </a:extLst>
          </p:cNvPr>
          <p:cNvGrpSpPr/>
          <p:nvPr/>
        </p:nvGrpSpPr>
        <p:grpSpPr>
          <a:xfrm>
            <a:off x="8254388" y="4711874"/>
            <a:ext cx="3680197" cy="1794004"/>
            <a:chOff x="8254388" y="4845224"/>
            <a:chExt cx="3680197" cy="1794004"/>
          </a:xfrm>
        </p:grpSpPr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C26C69BD-435C-71E2-3AF4-70D6B4ABED30}"/>
                </a:ext>
              </a:extLst>
            </p:cNvPr>
            <p:cNvSpPr/>
            <p:nvPr/>
          </p:nvSpPr>
          <p:spPr>
            <a:xfrm>
              <a:off x="8254388" y="4845224"/>
              <a:ext cx="3680197" cy="1794004"/>
            </a:xfrm>
            <a:prstGeom prst="roundRect">
              <a:avLst>
                <a:gd name="adj" fmla="val 2881"/>
              </a:avLst>
            </a:prstGeom>
            <a:solidFill>
              <a:srgbClr val="F3F3F3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57CA41BE-E438-7FFC-EFE7-44222826D1F7}"/>
                </a:ext>
              </a:extLst>
            </p:cNvPr>
            <p:cNvSpPr/>
            <p:nvPr/>
          </p:nvSpPr>
          <p:spPr>
            <a:xfrm>
              <a:off x="8794558" y="4985548"/>
              <a:ext cx="2906363" cy="3429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ko-KR" altLang="en-US" b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과제 추진 시 고려사항</a:t>
              </a: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50CA48D1-F61C-F01C-2B9E-51F2A2BE4797}"/>
                </a:ext>
              </a:extLst>
            </p:cNvPr>
            <p:cNvSpPr/>
            <p:nvPr/>
          </p:nvSpPr>
          <p:spPr>
            <a:xfrm>
              <a:off x="8477493" y="5033173"/>
              <a:ext cx="247757" cy="247650"/>
            </a:xfrm>
            <a:prstGeom prst="ellipse">
              <a:avLst/>
            </a:prstGeom>
            <a:solidFill>
              <a:srgbClr val="A32020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ko-KR" sz="1200" b="1">
                  <a:solidFill>
                    <a:schemeClr val="bg1"/>
                  </a:solidFill>
                </a:rPr>
                <a:t>6</a:t>
              </a:r>
              <a:endParaRPr lang="ko-KR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2C95078E-2834-F39E-67F9-DD74412626B8}"/>
                </a:ext>
              </a:extLst>
            </p:cNvPr>
            <p:cNvSpPr/>
            <p:nvPr/>
          </p:nvSpPr>
          <p:spPr>
            <a:xfrm>
              <a:off x="8477493" y="5339316"/>
              <a:ext cx="3284579" cy="1205629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lnSpc>
                  <a:spcPct val="10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100" err="1">
                  <a:solidFill>
                    <a:sysClr val="windowText" lastClr="000000"/>
                  </a:solidFill>
                </a:rPr>
                <a:t>ㅇㅇ</a:t>
              </a:r>
              <a:endParaRPr lang="ko-KR" altLang="en-US" sz="110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9429E82C-531D-644D-C4CB-37AD7F692A46}"/>
              </a:ext>
            </a:extLst>
          </p:cNvPr>
          <p:cNvGrpSpPr/>
          <p:nvPr/>
        </p:nvGrpSpPr>
        <p:grpSpPr>
          <a:xfrm>
            <a:off x="8254388" y="2093644"/>
            <a:ext cx="3680197" cy="2479524"/>
            <a:chOff x="8254388" y="2246044"/>
            <a:chExt cx="3680197" cy="2479524"/>
          </a:xfrm>
        </p:grpSpPr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58537A63-96CA-3903-F03C-546F6B13D7EB}"/>
                </a:ext>
              </a:extLst>
            </p:cNvPr>
            <p:cNvSpPr/>
            <p:nvPr/>
          </p:nvSpPr>
          <p:spPr>
            <a:xfrm>
              <a:off x="8254388" y="2246044"/>
              <a:ext cx="3680197" cy="2479524"/>
            </a:xfrm>
            <a:prstGeom prst="roundRect">
              <a:avLst>
                <a:gd name="adj" fmla="val 2881"/>
              </a:avLst>
            </a:prstGeom>
            <a:solidFill>
              <a:srgbClr val="F3F3F3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13F53D04-4CAD-C44F-DFD5-96F364C1F233}"/>
                </a:ext>
              </a:extLst>
            </p:cNvPr>
            <p:cNvSpPr/>
            <p:nvPr/>
          </p:nvSpPr>
          <p:spPr>
            <a:xfrm>
              <a:off x="8794558" y="2386368"/>
              <a:ext cx="2906363" cy="3429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ko-KR" altLang="en-US" b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기대 효과</a:t>
              </a:r>
              <a:endParaRPr lang="ko-KR" altLang="en-US" b="1" baseline="30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C6522EB8-9A0E-F49F-5C66-A9B90754DEC1}"/>
                </a:ext>
              </a:extLst>
            </p:cNvPr>
            <p:cNvSpPr/>
            <p:nvPr/>
          </p:nvSpPr>
          <p:spPr>
            <a:xfrm>
              <a:off x="8477493" y="2433993"/>
              <a:ext cx="247757" cy="247650"/>
            </a:xfrm>
            <a:prstGeom prst="ellipse">
              <a:avLst/>
            </a:prstGeom>
            <a:solidFill>
              <a:srgbClr val="A32020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ko-KR" sz="1200" b="1">
                  <a:solidFill>
                    <a:schemeClr val="bg1"/>
                  </a:solidFill>
                </a:rPr>
                <a:t>5</a:t>
              </a:r>
              <a:endParaRPr lang="ko-KR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643C89FF-CAE3-0CD3-A6B8-9BAA1A784F30}"/>
                </a:ext>
              </a:extLst>
            </p:cNvPr>
            <p:cNvSpPr/>
            <p:nvPr/>
          </p:nvSpPr>
          <p:spPr>
            <a:xfrm>
              <a:off x="8477493" y="3751236"/>
              <a:ext cx="1401817" cy="280868"/>
            </a:xfrm>
            <a:prstGeom prst="rect">
              <a:avLst/>
            </a:prstGeom>
            <a:noFill/>
            <a:ln w="3175"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0000"/>
                </a:lnSpc>
                <a:spcAft>
                  <a:spcPts val="1200"/>
                </a:spcAft>
              </a:pPr>
              <a:r>
                <a:rPr lang="en-US" altLang="ko-KR" sz="1200" b="1">
                  <a:solidFill>
                    <a:sysClr val="windowText" lastClr="000000"/>
                  </a:solidFill>
                </a:rPr>
                <a:t>[ </a:t>
              </a:r>
              <a:r>
                <a:rPr lang="ko-KR" altLang="en-US" sz="1200" b="1">
                  <a:solidFill>
                    <a:sysClr val="windowText" lastClr="000000"/>
                  </a:solidFill>
                </a:rPr>
                <a:t>정성적 효과 </a:t>
              </a:r>
              <a:r>
                <a:rPr lang="en-US" altLang="ko-KR" sz="1200" b="1">
                  <a:solidFill>
                    <a:sysClr val="windowText" lastClr="000000"/>
                  </a:solidFill>
                </a:rPr>
                <a:t>]</a:t>
              </a:r>
              <a:endParaRPr lang="ko-KR" altLang="en-US" sz="1200" b="1">
                <a:solidFill>
                  <a:sysClr val="windowText" lastClr="000000"/>
                </a:solidFill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20B8F6BD-E5A9-E25A-37F5-F54F45BB0836}"/>
                </a:ext>
              </a:extLst>
            </p:cNvPr>
            <p:cNvSpPr/>
            <p:nvPr/>
          </p:nvSpPr>
          <p:spPr>
            <a:xfrm>
              <a:off x="8477493" y="4033018"/>
              <a:ext cx="3284579" cy="591054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lnSpc>
                  <a:spcPct val="10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100" err="1">
                  <a:solidFill>
                    <a:sysClr val="windowText" lastClr="000000"/>
                  </a:solidFill>
                </a:rPr>
                <a:t>ㅇㅇ</a:t>
              </a:r>
              <a:endParaRPr lang="ko-KR" altLang="en-US" sz="1100">
                <a:solidFill>
                  <a:sysClr val="windowText" lastClr="000000"/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C84C9C7D-D30D-DDE6-8464-9A3402F40581}"/>
                </a:ext>
              </a:extLst>
            </p:cNvPr>
            <p:cNvSpPr/>
            <p:nvPr/>
          </p:nvSpPr>
          <p:spPr>
            <a:xfrm>
              <a:off x="8477493" y="2777916"/>
              <a:ext cx="1401817" cy="280868"/>
            </a:xfrm>
            <a:prstGeom prst="rect">
              <a:avLst/>
            </a:prstGeom>
            <a:noFill/>
            <a:ln w="3175"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0000"/>
                </a:lnSpc>
                <a:spcAft>
                  <a:spcPts val="1200"/>
                </a:spcAft>
              </a:pPr>
              <a:r>
                <a:rPr lang="en-US" altLang="ko-KR" sz="1200" b="1">
                  <a:solidFill>
                    <a:sysClr val="windowText" lastClr="000000"/>
                  </a:solidFill>
                </a:rPr>
                <a:t>[ </a:t>
              </a:r>
              <a:r>
                <a:rPr lang="ko-KR" altLang="en-US" sz="1200" b="1">
                  <a:solidFill>
                    <a:sysClr val="windowText" lastClr="000000"/>
                  </a:solidFill>
                </a:rPr>
                <a:t>정량적 효과 </a:t>
              </a:r>
              <a:r>
                <a:rPr lang="en-US" altLang="ko-KR" sz="1200" b="1">
                  <a:solidFill>
                    <a:sysClr val="windowText" lastClr="000000"/>
                  </a:solidFill>
                </a:rPr>
                <a:t>]</a:t>
              </a:r>
              <a:endParaRPr lang="ko-KR" altLang="en-US" sz="1200" b="1">
                <a:solidFill>
                  <a:sysClr val="windowText" lastClr="000000"/>
                </a:solidFill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A904C3B2-240D-8F8C-19B9-7C9129993845}"/>
                </a:ext>
              </a:extLst>
            </p:cNvPr>
            <p:cNvSpPr/>
            <p:nvPr/>
          </p:nvSpPr>
          <p:spPr>
            <a:xfrm>
              <a:off x="8477493" y="3059698"/>
              <a:ext cx="3284579" cy="591054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err="1">
                  <a:solidFill>
                    <a:sysClr val="windowText" lastClr="000000"/>
                  </a:solidFill>
                </a:rPr>
                <a:t>ㅇㅇ</a:t>
              </a:r>
              <a:endParaRPr lang="ko-KR" altLang="en-US" sz="110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2" name="타원 71">
            <a:extLst>
              <a:ext uri="{FF2B5EF4-FFF2-40B4-BE49-F238E27FC236}">
                <a16:creationId xmlns:a16="http://schemas.microsoft.com/office/drawing/2014/main" id="{3A5A379E-F8B2-16AA-6D5C-B586FE22E973}"/>
              </a:ext>
            </a:extLst>
          </p:cNvPr>
          <p:cNvSpPr/>
          <p:nvPr/>
        </p:nvSpPr>
        <p:spPr>
          <a:xfrm>
            <a:off x="5925654" y="4365383"/>
            <a:ext cx="368487" cy="2365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ko-KR" sz="1050" b="1" i="1">
                <a:solidFill>
                  <a:schemeClr val="tx1">
                    <a:lumMod val="75000"/>
                    <a:lumOff val="25000"/>
                  </a:schemeClr>
                </a:solidFill>
              </a:rPr>
              <a:t>VS</a:t>
            </a:r>
            <a:endParaRPr lang="ko-KR" altLang="en-US" sz="1050" b="1" i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592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90EC151-3334-2FBD-A0E1-8848BC546200}"/>
              </a:ext>
            </a:extLst>
          </p:cNvPr>
          <p:cNvSpPr/>
          <p:nvPr/>
        </p:nvSpPr>
        <p:spPr>
          <a:xfrm>
            <a:off x="206003" y="752473"/>
            <a:ext cx="6880597" cy="5602603"/>
          </a:xfrm>
          <a:prstGeom prst="roundRect">
            <a:avLst>
              <a:gd name="adj" fmla="val 1748"/>
            </a:avLst>
          </a:prstGeom>
          <a:solidFill>
            <a:srgbClr val="F3F3F3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5DA459C-54D5-18C6-5312-F84A5FAD9CF6}"/>
              </a:ext>
            </a:extLst>
          </p:cNvPr>
          <p:cNvSpPr/>
          <p:nvPr/>
        </p:nvSpPr>
        <p:spPr>
          <a:xfrm>
            <a:off x="746173" y="892799"/>
            <a:ext cx="2906363" cy="3429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Service Flow</a:t>
            </a:r>
            <a:endParaRPr lang="ko-KR" altLang="en-US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954B95A-9BBD-23F0-7859-9E96864A217B}"/>
              </a:ext>
            </a:extLst>
          </p:cNvPr>
          <p:cNvSpPr/>
          <p:nvPr/>
        </p:nvSpPr>
        <p:spPr>
          <a:xfrm>
            <a:off x="363318" y="1343383"/>
            <a:ext cx="6584957" cy="4860833"/>
          </a:xfrm>
          <a:prstGeom prst="rect">
            <a:avLst/>
          </a:prstGeom>
          <a:solidFill>
            <a:schemeClr val="bg1">
              <a:alpha val="9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lang="ko-KR" altLang="en-US" sz="1100">
              <a:solidFill>
                <a:sysClr val="windowText" lastClr="00000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4AB2FA1-BC12-B458-32BE-ACC7FACA2B4C}"/>
              </a:ext>
            </a:extLst>
          </p:cNvPr>
          <p:cNvSpPr/>
          <p:nvPr/>
        </p:nvSpPr>
        <p:spPr>
          <a:xfrm>
            <a:off x="429108" y="927724"/>
            <a:ext cx="247757" cy="247650"/>
          </a:xfrm>
          <a:prstGeom prst="ellipse">
            <a:avLst/>
          </a:prstGeom>
          <a:solidFill>
            <a:srgbClr val="A32020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ko-KR" sz="1200" b="1">
                <a:solidFill>
                  <a:schemeClr val="bg1"/>
                </a:solidFill>
              </a:rPr>
              <a:t>7</a:t>
            </a:r>
            <a:endParaRPr lang="ko-KR" altLang="en-US" sz="1200" b="1">
              <a:solidFill>
                <a:schemeClr val="bg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B5EA6A-0117-70C2-70BD-1485EB7148B6}"/>
              </a:ext>
            </a:extLst>
          </p:cNvPr>
          <p:cNvSpPr/>
          <p:nvPr/>
        </p:nvSpPr>
        <p:spPr>
          <a:xfrm>
            <a:off x="3467100" y="950572"/>
            <a:ext cx="876301" cy="308955"/>
          </a:xfrm>
          <a:prstGeom prst="rect">
            <a:avLst/>
          </a:prstGeom>
          <a:noFill/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en-US" sz="1200" b="1">
                <a:solidFill>
                  <a:schemeClr val="tx1">
                    <a:lumMod val="50000"/>
                    <a:lumOff val="50000"/>
                  </a:schemeClr>
                </a:solidFill>
              </a:rPr>
              <a:t>수행 주체 </a:t>
            </a:r>
            <a:r>
              <a:rPr lang="en-US" altLang="ko-KR" sz="1200" b="1">
                <a:solidFill>
                  <a:schemeClr val="tx1">
                    <a:lumMod val="50000"/>
                    <a:lumOff val="50000"/>
                  </a:schemeClr>
                </a:solidFill>
              </a:rPr>
              <a:t>:</a:t>
            </a:r>
            <a:endParaRPr lang="ko-KR" altLang="en-US" sz="12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99C61B7-3755-EACB-9595-7BB745016C05}"/>
              </a:ext>
            </a:extLst>
          </p:cNvPr>
          <p:cNvGrpSpPr/>
          <p:nvPr/>
        </p:nvGrpSpPr>
        <p:grpSpPr>
          <a:xfrm>
            <a:off x="4328160" y="981941"/>
            <a:ext cx="2555240" cy="242344"/>
            <a:chOff x="3185297" y="920330"/>
            <a:chExt cx="2856990" cy="242344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27C5E0C9-9881-FAF4-42BA-9BCF59460976}"/>
                </a:ext>
              </a:extLst>
            </p:cNvPr>
            <p:cNvSpPr/>
            <p:nvPr/>
          </p:nvSpPr>
          <p:spPr>
            <a:xfrm>
              <a:off x="3185297" y="920330"/>
              <a:ext cx="863090" cy="242344"/>
            </a:xfrm>
            <a:prstGeom prst="roundRect">
              <a:avLst/>
            </a:prstGeom>
            <a:solidFill>
              <a:srgbClr val="FCEEEE"/>
            </a:solidFill>
            <a:ln w="9525">
              <a:solidFill>
                <a:srgbClr val="A3202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ko-KR" sz="1100" b="1">
                  <a:solidFill>
                    <a:srgbClr val="A3202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Senior</a:t>
              </a:r>
              <a:r>
                <a:rPr lang="ko-KR" altLang="en-US" sz="1100" b="1">
                  <a:solidFill>
                    <a:srgbClr val="A3202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100" b="1">
                  <a:solidFill>
                    <a:srgbClr val="A3202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AI</a:t>
              </a:r>
              <a:endParaRPr lang="ko-KR" altLang="en-US" sz="1100" b="1">
                <a:solidFill>
                  <a:srgbClr val="A3202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869836B3-7759-9D43-BD99-67FEFC46C668}"/>
                </a:ext>
              </a:extLst>
            </p:cNvPr>
            <p:cNvSpPr/>
            <p:nvPr/>
          </p:nvSpPr>
          <p:spPr>
            <a:xfrm>
              <a:off x="4182247" y="920330"/>
              <a:ext cx="863090" cy="242344"/>
            </a:xfrm>
            <a:prstGeom prst="roundRect">
              <a:avLst/>
            </a:prstGeom>
            <a:solidFill>
              <a:srgbClr val="FDF8E9"/>
            </a:solidFill>
            <a:ln w="9525">
              <a:solidFill>
                <a:srgbClr val="B48E04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ko-KR" sz="1100" b="1">
                  <a:solidFill>
                    <a:srgbClr val="B48E0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Junior</a:t>
              </a:r>
              <a:r>
                <a:rPr lang="ko-KR" altLang="en-US" sz="1100" b="1">
                  <a:solidFill>
                    <a:srgbClr val="B48E0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100" b="1">
                  <a:solidFill>
                    <a:srgbClr val="B48E0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AI</a:t>
              </a:r>
              <a:endParaRPr lang="ko-KR" altLang="en-US" sz="1100" b="1">
                <a:solidFill>
                  <a:srgbClr val="B48E04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E31EA865-6574-035A-79AF-35C7B8BD4C1C}"/>
                </a:ext>
              </a:extLst>
            </p:cNvPr>
            <p:cNvSpPr/>
            <p:nvPr/>
          </p:nvSpPr>
          <p:spPr>
            <a:xfrm>
              <a:off x="5179197" y="920330"/>
              <a:ext cx="863090" cy="2423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1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사람</a:t>
              </a: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8A814FE-9425-3449-9138-737AEF045E17}"/>
              </a:ext>
            </a:extLst>
          </p:cNvPr>
          <p:cNvSpPr/>
          <p:nvPr/>
        </p:nvSpPr>
        <p:spPr>
          <a:xfrm>
            <a:off x="7309706" y="752473"/>
            <a:ext cx="4672744" cy="3295652"/>
          </a:xfrm>
          <a:prstGeom prst="roundRect">
            <a:avLst>
              <a:gd name="adj" fmla="val 1748"/>
            </a:avLst>
          </a:prstGeom>
          <a:solidFill>
            <a:srgbClr val="F3F3F3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121A10C-E4B5-20ED-3FD4-64D537A1CE2A}"/>
              </a:ext>
            </a:extLst>
          </p:cNvPr>
          <p:cNvSpPr/>
          <p:nvPr/>
        </p:nvSpPr>
        <p:spPr>
          <a:xfrm>
            <a:off x="7849875" y="892799"/>
            <a:ext cx="2906363" cy="3429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 유형</a:t>
            </a:r>
            <a:endParaRPr lang="ko-KR" altLang="en-US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857B64D-85BC-5F30-E722-EC9F53FF271E}"/>
              </a:ext>
            </a:extLst>
          </p:cNvPr>
          <p:cNvSpPr/>
          <p:nvPr/>
        </p:nvSpPr>
        <p:spPr>
          <a:xfrm>
            <a:off x="7532810" y="927724"/>
            <a:ext cx="247757" cy="247650"/>
          </a:xfrm>
          <a:prstGeom prst="ellipse">
            <a:avLst/>
          </a:prstGeom>
          <a:solidFill>
            <a:srgbClr val="A32020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ko-KR" sz="1200" b="1">
                <a:solidFill>
                  <a:schemeClr val="bg1"/>
                </a:solidFill>
              </a:rPr>
              <a:t>8</a:t>
            </a:r>
            <a:endParaRPr lang="ko-KR" altLang="en-US" sz="1200" b="1">
              <a:solidFill>
                <a:schemeClr val="bg1"/>
              </a:solidFill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04E39B43-B256-563D-14EC-9063DCD278A7}"/>
              </a:ext>
            </a:extLst>
          </p:cNvPr>
          <p:cNvSpPr/>
          <p:nvPr/>
        </p:nvSpPr>
        <p:spPr>
          <a:xfrm>
            <a:off x="7309706" y="4200523"/>
            <a:ext cx="4672744" cy="2154553"/>
          </a:xfrm>
          <a:prstGeom prst="roundRect">
            <a:avLst>
              <a:gd name="adj" fmla="val 4843"/>
            </a:avLst>
          </a:prstGeom>
          <a:solidFill>
            <a:srgbClr val="F3F3F3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18ADDC10-ECD2-7553-9500-FFBF5515352C}"/>
              </a:ext>
            </a:extLst>
          </p:cNvPr>
          <p:cNvSpPr/>
          <p:nvPr/>
        </p:nvSpPr>
        <p:spPr>
          <a:xfrm>
            <a:off x="7532810" y="4375774"/>
            <a:ext cx="247757" cy="247650"/>
          </a:xfrm>
          <a:prstGeom prst="ellipse">
            <a:avLst/>
          </a:prstGeom>
          <a:solidFill>
            <a:srgbClr val="A32020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ko-KR" sz="1200" b="1">
                <a:solidFill>
                  <a:schemeClr val="bg1"/>
                </a:solidFill>
              </a:rPr>
              <a:t>9</a:t>
            </a:r>
            <a:endParaRPr lang="ko-KR" altLang="en-US" sz="1200" b="1">
              <a:solidFill>
                <a:schemeClr val="bg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F680B114-EB24-8831-6D5C-0AEFA681539E}"/>
              </a:ext>
            </a:extLst>
          </p:cNvPr>
          <p:cNvSpPr/>
          <p:nvPr/>
        </p:nvSpPr>
        <p:spPr>
          <a:xfrm>
            <a:off x="7849875" y="4328149"/>
            <a:ext cx="2906363" cy="3429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Input / Output</a:t>
            </a:r>
            <a:endParaRPr lang="ko-KR" altLang="en-US" b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202B286-BBC8-3F3F-F4A2-B37A6CD0FE74}"/>
              </a:ext>
            </a:extLst>
          </p:cNvPr>
          <p:cNvGrpSpPr/>
          <p:nvPr/>
        </p:nvGrpSpPr>
        <p:grpSpPr>
          <a:xfrm>
            <a:off x="7456432" y="4730743"/>
            <a:ext cx="4346819" cy="1483702"/>
            <a:chOff x="7456432" y="4762500"/>
            <a:chExt cx="4346819" cy="1440066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8E38638B-74C8-C0BB-CB6B-1B91C663E12E}"/>
                </a:ext>
              </a:extLst>
            </p:cNvPr>
            <p:cNvSpPr/>
            <p:nvPr/>
          </p:nvSpPr>
          <p:spPr>
            <a:xfrm>
              <a:off x="7456433" y="5753957"/>
              <a:ext cx="978074" cy="44860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ko-KR" sz="1200" b="1">
                  <a:solidFill>
                    <a:schemeClr val="bg1"/>
                  </a:solidFill>
                </a:rPr>
                <a:t>Output</a:t>
              </a:r>
              <a:endParaRPr lang="ko-KR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371C3A41-7CF9-CD1A-2AB7-CBF5A3F7CA39}"/>
                </a:ext>
              </a:extLst>
            </p:cNvPr>
            <p:cNvSpPr/>
            <p:nvPr/>
          </p:nvSpPr>
          <p:spPr>
            <a:xfrm>
              <a:off x="7456432" y="4762500"/>
              <a:ext cx="525518" cy="94116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ko-KR" sz="1200" b="1">
                  <a:solidFill>
                    <a:schemeClr val="bg1"/>
                  </a:solidFill>
                </a:rPr>
                <a:t>Input</a:t>
              </a:r>
              <a:endParaRPr lang="ko-KR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2C48BB35-8926-7FA5-F49A-389FF7D9113B}"/>
                </a:ext>
              </a:extLst>
            </p:cNvPr>
            <p:cNvSpPr/>
            <p:nvPr/>
          </p:nvSpPr>
          <p:spPr>
            <a:xfrm>
              <a:off x="8030841" y="4762501"/>
              <a:ext cx="403665" cy="4502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>
                  <a:solidFill>
                    <a:schemeClr val="bg1"/>
                  </a:solidFill>
                </a:rPr>
                <a:t>내부</a:t>
              </a: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30E2714C-992B-218F-2DC3-2BD6D8852C5B}"/>
                </a:ext>
              </a:extLst>
            </p:cNvPr>
            <p:cNvSpPr/>
            <p:nvPr/>
          </p:nvSpPr>
          <p:spPr>
            <a:xfrm>
              <a:off x="8030841" y="5253404"/>
              <a:ext cx="403665" cy="4502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>
                  <a:solidFill>
                    <a:schemeClr val="bg1"/>
                  </a:solidFill>
                </a:rPr>
                <a:t>외부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26AF5D4A-3F5A-6A73-BE03-7E0D9DF8FB64}"/>
                </a:ext>
              </a:extLst>
            </p:cNvPr>
            <p:cNvSpPr/>
            <p:nvPr/>
          </p:nvSpPr>
          <p:spPr>
            <a:xfrm>
              <a:off x="8483397" y="4762500"/>
              <a:ext cx="3319854" cy="450259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err="1">
                  <a:solidFill>
                    <a:sysClr val="windowText" lastClr="000000"/>
                  </a:solidFill>
                </a:rPr>
                <a:t>ㅇㅇ</a:t>
              </a:r>
              <a:endParaRPr lang="ko-KR" altLang="en-US" sz="1100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3F13D0F2-F6AA-0B01-6C53-D481F727134C}"/>
                </a:ext>
              </a:extLst>
            </p:cNvPr>
            <p:cNvSpPr/>
            <p:nvPr/>
          </p:nvSpPr>
          <p:spPr>
            <a:xfrm>
              <a:off x="8483397" y="5253403"/>
              <a:ext cx="3319854" cy="450259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err="1">
                  <a:solidFill>
                    <a:sysClr val="windowText" lastClr="000000"/>
                  </a:solidFill>
                </a:rPr>
                <a:t>ㅇㅇ</a:t>
              </a:r>
              <a:endParaRPr lang="ko-KR" altLang="en-US" sz="1100">
                <a:solidFill>
                  <a:sysClr val="windowText" lastClr="000000"/>
                </a:solidFill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3CDF6E5E-E8E5-7E57-B528-EE7F2572B927}"/>
                </a:ext>
              </a:extLst>
            </p:cNvPr>
            <p:cNvSpPr/>
            <p:nvPr/>
          </p:nvSpPr>
          <p:spPr>
            <a:xfrm>
              <a:off x="8483397" y="5752307"/>
              <a:ext cx="3319854" cy="450259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err="1">
                  <a:solidFill>
                    <a:sysClr val="windowText" lastClr="000000"/>
                  </a:solidFill>
                </a:rPr>
                <a:t>ㅇㅇ</a:t>
              </a:r>
              <a:endParaRPr lang="ko-KR" altLang="en-US" sz="110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74EA033-AF3F-BC04-282D-B380CECBC39B}"/>
              </a:ext>
            </a:extLst>
          </p:cNvPr>
          <p:cNvGrpSpPr/>
          <p:nvPr/>
        </p:nvGrpSpPr>
        <p:grpSpPr>
          <a:xfrm>
            <a:off x="7491286" y="1293481"/>
            <a:ext cx="4311964" cy="1802599"/>
            <a:chOff x="7491286" y="1290010"/>
            <a:chExt cx="4311964" cy="1932629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47A4645-7248-4CD0-3E72-90BAD1B57D12}"/>
                </a:ext>
              </a:extLst>
            </p:cNvPr>
            <p:cNvGrpSpPr/>
            <p:nvPr/>
          </p:nvGrpSpPr>
          <p:grpSpPr>
            <a:xfrm>
              <a:off x="7491286" y="1290010"/>
              <a:ext cx="4311964" cy="597923"/>
              <a:chOff x="7516126" y="1294952"/>
              <a:chExt cx="3240112" cy="1687065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62D1F098-3CF3-CCF3-72A0-95DEFFD312A1}"/>
                  </a:ext>
                </a:extLst>
              </p:cNvPr>
              <p:cNvSpPr/>
              <p:nvPr/>
            </p:nvSpPr>
            <p:spPr>
              <a:xfrm>
                <a:off x="7532810" y="1294952"/>
                <a:ext cx="3223428" cy="1687065"/>
              </a:xfrm>
              <a:prstGeom prst="rect">
                <a:avLst/>
              </a:prstGeom>
              <a:solidFill>
                <a:srgbClr val="DEDEDE">
                  <a:alpha val="89804"/>
                </a:srgbClr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44000" tIns="72000" rIns="144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ko-KR" altLang="en-US" sz="1200" b="1">
                    <a:solidFill>
                      <a:srgbClr val="A32020"/>
                    </a:solidFill>
                  </a:rPr>
                  <a:t>①  생성형 </a:t>
                </a:r>
                <a:r>
                  <a:rPr lang="en-US" altLang="ko-KR" sz="1200" b="1">
                    <a:solidFill>
                      <a:srgbClr val="A32020"/>
                    </a:solidFill>
                  </a:rPr>
                  <a:t>AI</a:t>
                </a:r>
                <a:endParaRPr lang="ko-KR" altLang="en-US" sz="1200" b="1">
                  <a:solidFill>
                    <a:srgbClr val="A32020"/>
                  </a:solidFill>
                </a:endParaRPr>
              </a:p>
            </p:txBody>
          </p: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15DAE850-933E-AB3D-9CA8-F6E6FC0214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16126" y="1351707"/>
                <a:ext cx="0" cy="1573554"/>
              </a:xfrm>
              <a:prstGeom prst="line">
                <a:avLst/>
              </a:prstGeom>
              <a:ln w="41275" cap="sq">
                <a:solidFill>
                  <a:srgbClr val="A3202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</p:grp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98BF7361-ECCB-BA6C-BBEA-6F59EC76C6C6}"/>
                </a:ext>
              </a:extLst>
            </p:cNvPr>
            <p:cNvGrpSpPr/>
            <p:nvPr/>
          </p:nvGrpSpPr>
          <p:grpSpPr>
            <a:xfrm>
              <a:off x="7713112" y="1636006"/>
              <a:ext cx="4000340" cy="165427"/>
              <a:chOff x="7713112" y="1636006"/>
              <a:chExt cx="4000340" cy="165427"/>
            </a:xfrm>
          </p:grpSpPr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6DCBC6FA-42C9-8899-5930-4F05AB631B0E}"/>
                  </a:ext>
                </a:extLst>
              </p:cNvPr>
              <p:cNvGrpSpPr/>
              <p:nvPr/>
            </p:nvGrpSpPr>
            <p:grpSpPr>
              <a:xfrm>
                <a:off x="7713112" y="1636006"/>
                <a:ext cx="721394" cy="165427"/>
                <a:chOff x="7713112" y="1636006"/>
                <a:chExt cx="721394" cy="165427"/>
              </a:xfrm>
            </p:grpSpPr>
            <p:sp>
              <p:nvSpPr>
                <p:cNvPr id="35" name="직사각형 34">
                  <a:extLst>
                    <a:ext uri="{FF2B5EF4-FFF2-40B4-BE49-F238E27FC236}">
                      <a16:creationId xmlns:a16="http://schemas.microsoft.com/office/drawing/2014/main" id="{B325CC1E-63DB-31A8-90D5-F1C7CA48FA7E}"/>
                    </a:ext>
                  </a:extLst>
                </p:cNvPr>
                <p:cNvSpPr/>
                <p:nvPr/>
              </p:nvSpPr>
              <p:spPr>
                <a:xfrm>
                  <a:off x="7713112" y="1636006"/>
                  <a:ext cx="154505" cy="165427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hemeClr val="accent1"/>
                </a:lnRef>
                <a:fillRef idx="1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endParaRPr lang="ko-KR" alt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BD8AF247-D9FB-641F-6194-87B53AC8609C}"/>
                    </a:ext>
                  </a:extLst>
                </p:cNvPr>
                <p:cNvSpPr/>
                <p:nvPr/>
              </p:nvSpPr>
              <p:spPr>
                <a:xfrm>
                  <a:off x="7873190" y="1636006"/>
                  <a:ext cx="561316" cy="16542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hemeClr val="accent1"/>
                </a:lnRef>
                <a:fillRef idx="1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36000" rIns="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lang="ko-KR" altLang="en-US" sz="1000" b="1" spc="-50">
                      <a:solidFill>
                        <a:sysClr val="windowText" lastClr="000000"/>
                      </a:solidFill>
                    </a:rPr>
                    <a:t>정보 추출</a:t>
                  </a:r>
                </a:p>
              </p:txBody>
            </p:sp>
          </p:grpSp>
          <p:grpSp>
            <p:nvGrpSpPr>
              <p:cNvPr id="120" name="그룹 119">
                <a:extLst>
                  <a:ext uri="{FF2B5EF4-FFF2-40B4-BE49-F238E27FC236}">
                    <a16:creationId xmlns:a16="http://schemas.microsoft.com/office/drawing/2014/main" id="{96B14706-C68B-0793-20B0-810AB8177E36}"/>
                  </a:ext>
                </a:extLst>
              </p:cNvPr>
              <p:cNvGrpSpPr/>
              <p:nvPr/>
            </p:nvGrpSpPr>
            <p:grpSpPr>
              <a:xfrm>
                <a:off x="8547938" y="1636006"/>
                <a:ext cx="833199" cy="165427"/>
                <a:chOff x="8522798" y="1636006"/>
                <a:chExt cx="833199" cy="165427"/>
              </a:xfrm>
            </p:grpSpPr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72A8A181-9334-6062-599F-BFB8E5EE72E1}"/>
                    </a:ext>
                  </a:extLst>
                </p:cNvPr>
                <p:cNvSpPr/>
                <p:nvPr/>
              </p:nvSpPr>
              <p:spPr>
                <a:xfrm>
                  <a:off x="8522798" y="1636006"/>
                  <a:ext cx="154505" cy="165427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hemeClr val="accent1"/>
                </a:lnRef>
                <a:fillRef idx="1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endParaRPr lang="ko-KR" alt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37B4D949-857D-654E-D6B5-D4C04635A27C}"/>
                    </a:ext>
                  </a:extLst>
                </p:cNvPr>
                <p:cNvSpPr/>
                <p:nvPr/>
              </p:nvSpPr>
              <p:spPr>
                <a:xfrm>
                  <a:off x="8677497" y="1636006"/>
                  <a:ext cx="678500" cy="16542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hemeClr val="accent1"/>
                </a:lnRef>
                <a:fillRef idx="1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36000" rIns="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r>
                    <a:rPr lang="ko-KR" altLang="en-US" sz="1000" b="1" spc="-50">
                      <a:solidFill>
                        <a:sysClr val="windowText" lastClr="000000"/>
                      </a:solidFill>
                    </a:rPr>
                    <a:t>텍스트 생성</a:t>
                  </a:r>
                </a:p>
              </p:txBody>
            </p:sp>
          </p:grp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5ECD142A-15CB-28CB-24FC-6B948E57B5C5}"/>
                  </a:ext>
                </a:extLst>
              </p:cNvPr>
              <p:cNvGrpSpPr/>
              <p:nvPr/>
            </p:nvGrpSpPr>
            <p:grpSpPr>
              <a:xfrm>
                <a:off x="9494569" y="1636006"/>
                <a:ext cx="1164258" cy="165427"/>
                <a:chOff x="9450521" y="1636006"/>
                <a:chExt cx="1164258" cy="165427"/>
              </a:xfrm>
            </p:grpSpPr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6CEE0D83-7055-A4A9-F5DF-36DA9E2B2AF0}"/>
                    </a:ext>
                  </a:extLst>
                </p:cNvPr>
                <p:cNvSpPr/>
                <p:nvPr/>
              </p:nvSpPr>
              <p:spPr>
                <a:xfrm>
                  <a:off x="9450521" y="1636006"/>
                  <a:ext cx="154505" cy="165427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hemeClr val="accent1"/>
                </a:lnRef>
                <a:fillRef idx="1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endParaRPr lang="ko-KR" alt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67215D04-629D-0F6B-7A44-464CF24BF045}"/>
                    </a:ext>
                  </a:extLst>
                </p:cNvPr>
                <p:cNvSpPr/>
                <p:nvPr/>
              </p:nvSpPr>
              <p:spPr>
                <a:xfrm>
                  <a:off x="9610344" y="1636006"/>
                  <a:ext cx="1004435" cy="16542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hemeClr val="accent1"/>
                </a:lnRef>
                <a:fillRef idx="1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36000" rIns="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r>
                    <a:rPr lang="ko-KR" altLang="en-US" sz="1000" b="1" spc="-50">
                      <a:solidFill>
                        <a:sysClr val="windowText" lastClr="000000"/>
                      </a:solidFill>
                    </a:rPr>
                    <a:t>대화형 인터페이스</a:t>
                  </a:r>
                </a:p>
              </p:txBody>
            </p:sp>
          </p:grp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DE5293B2-977F-AFC0-63CE-FE00F7AAF4B6}"/>
                  </a:ext>
                </a:extLst>
              </p:cNvPr>
              <p:cNvGrpSpPr/>
              <p:nvPr/>
            </p:nvGrpSpPr>
            <p:grpSpPr>
              <a:xfrm>
                <a:off x="10772260" y="1636006"/>
                <a:ext cx="941192" cy="165427"/>
                <a:chOff x="10738840" y="1636006"/>
                <a:chExt cx="941192" cy="165427"/>
              </a:xfrm>
            </p:grpSpPr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8532DC28-7973-B67F-5F2D-71C4569006D8}"/>
                    </a:ext>
                  </a:extLst>
                </p:cNvPr>
                <p:cNvSpPr/>
                <p:nvPr/>
              </p:nvSpPr>
              <p:spPr>
                <a:xfrm>
                  <a:off x="10738840" y="1636006"/>
                  <a:ext cx="154505" cy="165427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hemeClr val="accent1"/>
                </a:lnRef>
                <a:fillRef idx="1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endParaRPr lang="ko-KR" alt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6579BBBF-99E2-99B8-D93F-8DBD1E1FAA8B}"/>
                    </a:ext>
                  </a:extLst>
                </p:cNvPr>
                <p:cNvSpPr/>
                <p:nvPr/>
              </p:nvSpPr>
              <p:spPr>
                <a:xfrm>
                  <a:off x="10898664" y="1636006"/>
                  <a:ext cx="781368" cy="16542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hemeClr val="accent1"/>
                </a:lnRef>
                <a:fillRef idx="1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36000" rIns="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r>
                    <a:rPr lang="ko-KR" altLang="en-US" sz="1000" b="1" spc="-50" err="1">
                      <a:solidFill>
                        <a:sysClr val="windowText" lastClr="000000"/>
                      </a:solidFill>
                    </a:rPr>
                    <a:t>멀티모달</a:t>
                  </a:r>
                  <a:r>
                    <a:rPr lang="ko-KR" altLang="en-US" sz="1000" b="1" spc="-50">
                      <a:solidFill>
                        <a:sysClr val="windowText" lastClr="000000"/>
                      </a:solidFill>
                    </a:rPr>
                    <a:t> 처리</a:t>
                  </a:r>
                </a:p>
              </p:txBody>
            </p:sp>
          </p:grp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7E6CFB1B-EFFA-DF5E-9C3C-E57E7157FB3C}"/>
                </a:ext>
              </a:extLst>
            </p:cNvPr>
            <p:cNvGrpSpPr/>
            <p:nvPr/>
          </p:nvGrpSpPr>
          <p:grpSpPr>
            <a:xfrm>
              <a:off x="7491287" y="1953899"/>
              <a:ext cx="4311116" cy="604850"/>
              <a:chOff x="7491287" y="1968020"/>
              <a:chExt cx="4311116" cy="604850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73599B8D-4C23-F146-1591-146E94B1A50E}"/>
                  </a:ext>
                </a:extLst>
              </p:cNvPr>
              <p:cNvGrpSpPr/>
              <p:nvPr/>
            </p:nvGrpSpPr>
            <p:grpSpPr>
              <a:xfrm>
                <a:off x="7491287" y="1968020"/>
                <a:ext cx="2092331" cy="597923"/>
                <a:chOff x="7491287" y="1968020"/>
                <a:chExt cx="2092331" cy="597923"/>
              </a:xfrm>
            </p:grpSpPr>
            <p:grpSp>
              <p:nvGrpSpPr>
                <p:cNvPr id="21" name="그룹 20">
                  <a:extLst>
                    <a:ext uri="{FF2B5EF4-FFF2-40B4-BE49-F238E27FC236}">
                      <a16:creationId xmlns:a16="http://schemas.microsoft.com/office/drawing/2014/main" id="{CBBDBD16-FECF-DF91-F517-0FD865E9B941}"/>
                    </a:ext>
                  </a:extLst>
                </p:cNvPr>
                <p:cNvGrpSpPr/>
                <p:nvPr/>
              </p:nvGrpSpPr>
              <p:grpSpPr>
                <a:xfrm>
                  <a:off x="7491287" y="1968020"/>
                  <a:ext cx="2092331" cy="597923"/>
                  <a:chOff x="7516126" y="1294952"/>
                  <a:chExt cx="1572227" cy="1687065"/>
                </a:xfrm>
              </p:grpSpPr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19E0D92-19C9-ABF7-0023-A616C4992991}"/>
                      </a:ext>
                    </a:extLst>
                  </p:cNvPr>
                  <p:cNvSpPr/>
                  <p:nvPr/>
                </p:nvSpPr>
                <p:spPr>
                  <a:xfrm>
                    <a:off x="7532811" y="1294952"/>
                    <a:ext cx="1555542" cy="1687065"/>
                  </a:xfrm>
                  <a:prstGeom prst="rect">
                    <a:avLst/>
                  </a:prstGeom>
                  <a:solidFill>
                    <a:srgbClr val="DEDEDE">
                      <a:alpha val="89804"/>
                    </a:srgbClr>
                  </a:solidFill>
                  <a:ln w="3175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0">
                    <a:schemeClr val="accent1"/>
                  </a:lnRef>
                  <a:fillRef idx="1">
                    <a:schemeClr val="accent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44000" tIns="72000" rIns="144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r>
                      <a:rPr lang="ko-KR" altLang="en-US" sz="1200" b="1">
                        <a:solidFill>
                          <a:srgbClr val="A32020"/>
                        </a:solidFill>
                      </a:rPr>
                      <a:t>②  예측 </a:t>
                    </a:r>
                    <a:r>
                      <a:rPr lang="en-US" altLang="ko-KR" sz="1200" b="1">
                        <a:solidFill>
                          <a:srgbClr val="A32020"/>
                        </a:solidFill>
                      </a:rPr>
                      <a:t>· </a:t>
                    </a:r>
                    <a:r>
                      <a:rPr lang="ko-KR" altLang="en-US" sz="1200" b="1">
                        <a:solidFill>
                          <a:srgbClr val="A32020"/>
                        </a:solidFill>
                      </a:rPr>
                      <a:t>분석</a:t>
                    </a:r>
                  </a:p>
                </p:txBody>
              </p:sp>
              <p:cxnSp>
                <p:nvCxnSpPr>
                  <p:cNvPr id="24" name="직선 연결선 23">
                    <a:extLst>
                      <a:ext uri="{FF2B5EF4-FFF2-40B4-BE49-F238E27FC236}">
                        <a16:creationId xmlns:a16="http://schemas.microsoft.com/office/drawing/2014/main" id="{91202562-464E-2743-ACE5-C968703168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16126" y="1351707"/>
                    <a:ext cx="0" cy="1573554"/>
                  </a:xfrm>
                  <a:prstGeom prst="line">
                    <a:avLst/>
                  </a:prstGeom>
                  <a:ln w="41275" cap="sq">
                    <a:solidFill>
                      <a:srgbClr val="A32020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124" name="그룹 123">
                  <a:extLst>
                    <a:ext uri="{FF2B5EF4-FFF2-40B4-BE49-F238E27FC236}">
                      <a16:creationId xmlns:a16="http://schemas.microsoft.com/office/drawing/2014/main" id="{F5314C83-C457-2623-6E82-F595958F4342}"/>
                    </a:ext>
                  </a:extLst>
                </p:cNvPr>
                <p:cNvGrpSpPr/>
                <p:nvPr/>
              </p:nvGrpSpPr>
              <p:grpSpPr>
                <a:xfrm>
                  <a:off x="7713112" y="2317803"/>
                  <a:ext cx="1668025" cy="165427"/>
                  <a:chOff x="7713112" y="1636006"/>
                  <a:chExt cx="1668025" cy="165427"/>
                </a:xfrm>
              </p:grpSpPr>
              <p:grpSp>
                <p:nvGrpSpPr>
                  <p:cNvPr id="125" name="그룹 124">
                    <a:extLst>
                      <a:ext uri="{FF2B5EF4-FFF2-40B4-BE49-F238E27FC236}">
                        <a16:creationId xmlns:a16="http://schemas.microsoft.com/office/drawing/2014/main" id="{C64F055B-AA45-B012-4929-90E09B1FA6EB}"/>
                      </a:ext>
                    </a:extLst>
                  </p:cNvPr>
                  <p:cNvGrpSpPr/>
                  <p:nvPr/>
                </p:nvGrpSpPr>
                <p:grpSpPr>
                  <a:xfrm>
                    <a:off x="7713112" y="1636006"/>
                    <a:ext cx="721394" cy="165427"/>
                    <a:chOff x="7713112" y="1636006"/>
                    <a:chExt cx="721394" cy="165427"/>
                  </a:xfrm>
                </p:grpSpPr>
                <p:sp>
                  <p:nvSpPr>
                    <p:cNvPr id="135" name="직사각형 134">
                      <a:extLst>
                        <a:ext uri="{FF2B5EF4-FFF2-40B4-BE49-F238E27FC236}">
                          <a16:creationId xmlns:a16="http://schemas.microsoft.com/office/drawing/2014/main" id="{23D463E4-B3F5-E659-BACF-E4FFC0129B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13112" y="1636006"/>
                      <a:ext cx="154505" cy="16542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0">
                      <a:schemeClr val="accent1"/>
                    </a:lnRef>
                    <a:fillRef idx="1">
                      <a:schemeClr val="accent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  <p:sp>
                  <p:nvSpPr>
                    <p:cNvPr id="136" name="직사각형 135">
                      <a:extLst>
                        <a:ext uri="{FF2B5EF4-FFF2-40B4-BE49-F238E27FC236}">
                          <a16:creationId xmlns:a16="http://schemas.microsoft.com/office/drawing/2014/main" id="{44B310F3-86C3-1641-135B-95950BE2BA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3190" y="1636006"/>
                      <a:ext cx="561316" cy="1654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0">
                      <a:schemeClr val="accent1"/>
                    </a:lnRef>
                    <a:fillRef idx="1">
                      <a:schemeClr val="accent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36000" rIns="0" bIns="36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00" b="1" spc="-50">
                          <a:solidFill>
                            <a:sysClr val="windowText" lastClr="000000"/>
                          </a:solidFill>
                        </a:rPr>
                        <a:t>예측</a:t>
                      </a:r>
                    </a:p>
                  </p:txBody>
                </p:sp>
              </p:grpSp>
              <p:grpSp>
                <p:nvGrpSpPr>
                  <p:cNvPr id="126" name="그룹 125">
                    <a:extLst>
                      <a:ext uri="{FF2B5EF4-FFF2-40B4-BE49-F238E27FC236}">
                        <a16:creationId xmlns:a16="http://schemas.microsoft.com/office/drawing/2014/main" id="{5D596386-907C-419C-92D4-37F900F29EDB}"/>
                      </a:ext>
                    </a:extLst>
                  </p:cNvPr>
                  <p:cNvGrpSpPr/>
                  <p:nvPr/>
                </p:nvGrpSpPr>
                <p:grpSpPr>
                  <a:xfrm>
                    <a:off x="8547938" y="1636006"/>
                    <a:ext cx="833199" cy="165427"/>
                    <a:chOff x="8522798" y="1636006"/>
                    <a:chExt cx="833199" cy="165427"/>
                  </a:xfrm>
                </p:grpSpPr>
                <p:sp>
                  <p:nvSpPr>
                    <p:cNvPr id="133" name="직사각형 132">
                      <a:extLst>
                        <a:ext uri="{FF2B5EF4-FFF2-40B4-BE49-F238E27FC236}">
                          <a16:creationId xmlns:a16="http://schemas.microsoft.com/office/drawing/2014/main" id="{984DEA54-0AB9-D93A-0BD5-2BEE39CB49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22798" y="1636006"/>
                      <a:ext cx="154505" cy="16542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0">
                      <a:schemeClr val="accent1"/>
                    </a:lnRef>
                    <a:fillRef idx="1">
                      <a:schemeClr val="accent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  <p:sp>
                  <p:nvSpPr>
                    <p:cNvPr id="134" name="직사각형 133">
                      <a:extLst>
                        <a:ext uri="{FF2B5EF4-FFF2-40B4-BE49-F238E27FC236}">
                          <a16:creationId xmlns:a16="http://schemas.microsoft.com/office/drawing/2014/main" id="{6583C421-D4D2-879B-7EEA-6235A4128E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7497" y="1636006"/>
                      <a:ext cx="678500" cy="1654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0">
                      <a:schemeClr val="accent1"/>
                    </a:lnRef>
                    <a:fillRef idx="1">
                      <a:schemeClr val="accent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36000" rIns="0" bIns="36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r>
                        <a:rPr lang="ko-KR" altLang="en-US" sz="1000" b="1" spc="-50">
                          <a:solidFill>
                            <a:sysClr val="windowText" lastClr="000000"/>
                          </a:solidFill>
                        </a:rPr>
                        <a:t>군집 </a:t>
                      </a:r>
                      <a:r>
                        <a:rPr lang="en-US" altLang="ko-KR" sz="1000" b="1" spc="-50">
                          <a:solidFill>
                            <a:sysClr val="windowText" lastClr="000000"/>
                          </a:solidFill>
                        </a:rPr>
                        <a:t>· </a:t>
                      </a:r>
                      <a:r>
                        <a:rPr lang="ko-KR" altLang="en-US" sz="1000" b="1" spc="-50">
                          <a:solidFill>
                            <a:sysClr val="windowText" lastClr="000000"/>
                          </a:solidFill>
                        </a:rPr>
                        <a:t>분류</a:t>
                      </a:r>
                    </a:p>
                  </p:txBody>
                </p:sp>
              </p:grpSp>
            </p:grpSp>
          </p:grp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14369FBB-78CF-3857-A84A-9392464C80ED}"/>
                  </a:ext>
                </a:extLst>
              </p:cNvPr>
              <p:cNvGrpSpPr/>
              <p:nvPr/>
            </p:nvGrpSpPr>
            <p:grpSpPr>
              <a:xfrm>
                <a:off x="9710072" y="1974947"/>
                <a:ext cx="2092331" cy="597923"/>
                <a:chOff x="7491287" y="2646030"/>
                <a:chExt cx="2092331" cy="597923"/>
              </a:xfrm>
            </p:grpSpPr>
            <p:grpSp>
              <p:nvGrpSpPr>
                <p:cNvPr id="26" name="그룹 25">
                  <a:extLst>
                    <a:ext uri="{FF2B5EF4-FFF2-40B4-BE49-F238E27FC236}">
                      <a16:creationId xmlns:a16="http://schemas.microsoft.com/office/drawing/2014/main" id="{A8E4E5B2-CBCA-BB8C-4856-304CAF2DBB0C}"/>
                    </a:ext>
                  </a:extLst>
                </p:cNvPr>
                <p:cNvGrpSpPr/>
                <p:nvPr/>
              </p:nvGrpSpPr>
              <p:grpSpPr>
                <a:xfrm>
                  <a:off x="7491287" y="2646030"/>
                  <a:ext cx="2092331" cy="597923"/>
                  <a:chOff x="7516126" y="1294952"/>
                  <a:chExt cx="1572227" cy="1687065"/>
                </a:xfrm>
              </p:grpSpPr>
              <p:sp>
                <p:nvSpPr>
                  <p:cNvPr id="28" name="직사각형 27">
                    <a:extLst>
                      <a:ext uri="{FF2B5EF4-FFF2-40B4-BE49-F238E27FC236}">
                        <a16:creationId xmlns:a16="http://schemas.microsoft.com/office/drawing/2014/main" id="{07E05B1B-F150-D54B-482C-097422846C88}"/>
                      </a:ext>
                    </a:extLst>
                  </p:cNvPr>
                  <p:cNvSpPr/>
                  <p:nvPr/>
                </p:nvSpPr>
                <p:spPr>
                  <a:xfrm>
                    <a:off x="7532811" y="1294952"/>
                    <a:ext cx="1555542" cy="1687065"/>
                  </a:xfrm>
                  <a:prstGeom prst="rect">
                    <a:avLst/>
                  </a:prstGeom>
                  <a:solidFill>
                    <a:srgbClr val="DEDEDE">
                      <a:alpha val="89804"/>
                    </a:srgbClr>
                  </a:solidFill>
                  <a:ln w="3175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0">
                    <a:schemeClr val="accent1"/>
                  </a:lnRef>
                  <a:fillRef idx="1">
                    <a:schemeClr val="accent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44000" tIns="72000" rIns="144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r>
                      <a:rPr lang="ko-KR" altLang="en-US" sz="1200" b="1">
                        <a:solidFill>
                          <a:srgbClr val="A32020"/>
                        </a:solidFill>
                      </a:rPr>
                      <a:t>③  최적화 ˙ 추천</a:t>
                    </a:r>
                  </a:p>
                </p:txBody>
              </p:sp>
              <p:cxnSp>
                <p:nvCxnSpPr>
                  <p:cNvPr id="29" name="직선 연결선 28">
                    <a:extLst>
                      <a:ext uri="{FF2B5EF4-FFF2-40B4-BE49-F238E27FC236}">
                        <a16:creationId xmlns:a16="http://schemas.microsoft.com/office/drawing/2014/main" id="{283A62D3-8939-166B-FDDA-209C7FA921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16126" y="1351707"/>
                    <a:ext cx="0" cy="1573554"/>
                  </a:xfrm>
                  <a:prstGeom prst="line">
                    <a:avLst/>
                  </a:prstGeom>
                  <a:ln w="41275" cap="sq">
                    <a:solidFill>
                      <a:srgbClr val="A32020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137" name="그룹 136">
                  <a:extLst>
                    <a:ext uri="{FF2B5EF4-FFF2-40B4-BE49-F238E27FC236}">
                      <a16:creationId xmlns:a16="http://schemas.microsoft.com/office/drawing/2014/main" id="{780833D8-9E26-04E0-4045-31972137DDBB}"/>
                    </a:ext>
                  </a:extLst>
                </p:cNvPr>
                <p:cNvGrpSpPr/>
                <p:nvPr/>
              </p:nvGrpSpPr>
              <p:grpSpPr>
                <a:xfrm>
                  <a:off x="7713112" y="2995813"/>
                  <a:ext cx="1668025" cy="165427"/>
                  <a:chOff x="7713112" y="1636006"/>
                  <a:chExt cx="1668025" cy="165427"/>
                </a:xfrm>
              </p:grpSpPr>
              <p:grpSp>
                <p:nvGrpSpPr>
                  <p:cNvPr id="138" name="그룹 137">
                    <a:extLst>
                      <a:ext uri="{FF2B5EF4-FFF2-40B4-BE49-F238E27FC236}">
                        <a16:creationId xmlns:a16="http://schemas.microsoft.com/office/drawing/2014/main" id="{9569EE23-EF46-FFDA-6FB0-2918700AA63D}"/>
                      </a:ext>
                    </a:extLst>
                  </p:cNvPr>
                  <p:cNvGrpSpPr/>
                  <p:nvPr/>
                </p:nvGrpSpPr>
                <p:grpSpPr>
                  <a:xfrm>
                    <a:off x="7713112" y="1636006"/>
                    <a:ext cx="721394" cy="165427"/>
                    <a:chOff x="7713112" y="1636006"/>
                    <a:chExt cx="721394" cy="165427"/>
                  </a:xfrm>
                </p:grpSpPr>
                <p:sp>
                  <p:nvSpPr>
                    <p:cNvPr id="148" name="직사각형 147">
                      <a:extLst>
                        <a:ext uri="{FF2B5EF4-FFF2-40B4-BE49-F238E27FC236}">
                          <a16:creationId xmlns:a16="http://schemas.microsoft.com/office/drawing/2014/main" id="{3D397F9F-FCBC-D06D-0845-C0D6CE2DE5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13112" y="1636006"/>
                      <a:ext cx="154505" cy="16542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0">
                      <a:schemeClr val="accent1"/>
                    </a:lnRef>
                    <a:fillRef idx="1">
                      <a:schemeClr val="accent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  <p:sp>
                  <p:nvSpPr>
                    <p:cNvPr id="149" name="직사각형 148">
                      <a:extLst>
                        <a:ext uri="{FF2B5EF4-FFF2-40B4-BE49-F238E27FC236}">
                          <a16:creationId xmlns:a16="http://schemas.microsoft.com/office/drawing/2014/main" id="{B715020D-BCD0-2521-0EF9-D7C5122151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3190" y="1636006"/>
                      <a:ext cx="561316" cy="1654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0">
                      <a:schemeClr val="accent1"/>
                    </a:lnRef>
                    <a:fillRef idx="1">
                      <a:schemeClr val="accent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36000" rIns="0" bIns="36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00" b="1" spc="-50">
                          <a:solidFill>
                            <a:sysClr val="windowText" lastClr="000000"/>
                          </a:solidFill>
                        </a:rPr>
                        <a:t>최적화</a:t>
                      </a:r>
                    </a:p>
                  </p:txBody>
                </p:sp>
              </p:grpSp>
              <p:grpSp>
                <p:nvGrpSpPr>
                  <p:cNvPr id="139" name="그룹 138">
                    <a:extLst>
                      <a:ext uri="{FF2B5EF4-FFF2-40B4-BE49-F238E27FC236}">
                        <a16:creationId xmlns:a16="http://schemas.microsoft.com/office/drawing/2014/main" id="{200A3A45-F25E-8156-534C-55F44035550B}"/>
                      </a:ext>
                    </a:extLst>
                  </p:cNvPr>
                  <p:cNvGrpSpPr/>
                  <p:nvPr/>
                </p:nvGrpSpPr>
                <p:grpSpPr>
                  <a:xfrm>
                    <a:off x="8547938" y="1636006"/>
                    <a:ext cx="833199" cy="165427"/>
                    <a:chOff x="8522798" y="1636006"/>
                    <a:chExt cx="833199" cy="165427"/>
                  </a:xfrm>
                </p:grpSpPr>
                <p:sp>
                  <p:nvSpPr>
                    <p:cNvPr id="146" name="직사각형 145">
                      <a:extLst>
                        <a:ext uri="{FF2B5EF4-FFF2-40B4-BE49-F238E27FC236}">
                          <a16:creationId xmlns:a16="http://schemas.microsoft.com/office/drawing/2014/main" id="{65756D4F-C2D8-4965-E881-D3D789CD6D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22798" y="1636006"/>
                      <a:ext cx="154505" cy="16542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0">
                      <a:schemeClr val="accent1"/>
                    </a:lnRef>
                    <a:fillRef idx="1">
                      <a:schemeClr val="accent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  <p:sp>
                  <p:nvSpPr>
                    <p:cNvPr id="147" name="직사각형 146">
                      <a:extLst>
                        <a:ext uri="{FF2B5EF4-FFF2-40B4-BE49-F238E27FC236}">
                          <a16:creationId xmlns:a16="http://schemas.microsoft.com/office/drawing/2014/main" id="{7D28F553-B8A7-9E32-3124-BBDACDB3FA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7497" y="1636006"/>
                      <a:ext cx="678500" cy="1654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0">
                      <a:schemeClr val="accent1"/>
                    </a:lnRef>
                    <a:fillRef idx="1">
                      <a:schemeClr val="accent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36000" rIns="0" bIns="36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r>
                        <a:rPr lang="ko-KR" altLang="en-US" sz="1000" b="1" spc="-50">
                          <a:solidFill>
                            <a:sysClr val="windowText" lastClr="000000"/>
                          </a:solidFill>
                        </a:rPr>
                        <a:t>추천</a:t>
                      </a:r>
                    </a:p>
                  </p:txBody>
                </p:sp>
              </p:grpSp>
            </p:grpSp>
          </p:grp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2FF359AA-5758-1C4E-89C2-90D7AE7FD5EA}"/>
                </a:ext>
              </a:extLst>
            </p:cNvPr>
            <p:cNvGrpSpPr/>
            <p:nvPr/>
          </p:nvGrpSpPr>
          <p:grpSpPr>
            <a:xfrm>
              <a:off x="7491286" y="2624716"/>
              <a:ext cx="4311964" cy="597923"/>
              <a:chOff x="7491286" y="3324040"/>
              <a:chExt cx="4311964" cy="597923"/>
            </a:xfrm>
          </p:grpSpPr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CCA9C796-4F08-47F5-2E54-B7A183B2D96F}"/>
                  </a:ext>
                </a:extLst>
              </p:cNvPr>
              <p:cNvGrpSpPr/>
              <p:nvPr/>
            </p:nvGrpSpPr>
            <p:grpSpPr>
              <a:xfrm>
                <a:off x="7491286" y="3324040"/>
                <a:ext cx="4311964" cy="597923"/>
                <a:chOff x="7516126" y="1294952"/>
                <a:chExt cx="3240112" cy="1687065"/>
              </a:xfrm>
            </p:grpSpPr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B97AF7E5-3F3B-9176-4656-D59C220B962D}"/>
                    </a:ext>
                  </a:extLst>
                </p:cNvPr>
                <p:cNvSpPr/>
                <p:nvPr/>
              </p:nvSpPr>
              <p:spPr>
                <a:xfrm>
                  <a:off x="7532810" y="1294952"/>
                  <a:ext cx="3223428" cy="1687065"/>
                </a:xfrm>
                <a:prstGeom prst="rect">
                  <a:avLst/>
                </a:prstGeom>
                <a:solidFill>
                  <a:srgbClr val="DEDEDE">
                    <a:alpha val="89804"/>
                  </a:srgbClr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0">
                  <a:schemeClr val="accent1"/>
                </a:lnRef>
                <a:fillRef idx="1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44000" tIns="72000" rIns="144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r>
                    <a:rPr lang="ko-KR" altLang="en-US" sz="1200" b="1">
                      <a:solidFill>
                        <a:srgbClr val="A32020"/>
                      </a:solidFill>
                    </a:rPr>
                    <a:t>④  단순 자동화</a:t>
                  </a:r>
                </a:p>
              </p:txBody>
            </p:sp>
            <p:cxnSp>
              <p:nvCxnSpPr>
                <p:cNvPr id="32" name="직선 연결선 31">
                  <a:extLst>
                    <a:ext uri="{FF2B5EF4-FFF2-40B4-BE49-F238E27FC236}">
                      <a16:creationId xmlns:a16="http://schemas.microsoft.com/office/drawing/2014/main" id="{BC20F1F0-9B2F-809A-2B73-97845262FF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16126" y="1351707"/>
                  <a:ext cx="0" cy="1573554"/>
                </a:xfrm>
                <a:prstGeom prst="line">
                  <a:avLst/>
                </a:prstGeom>
                <a:ln w="41275" cap="sq">
                  <a:solidFill>
                    <a:srgbClr val="A32020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</p:cxnSp>
          </p:grpSp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A7573455-D3F7-0F30-CAAC-83F3315D83A7}"/>
                  </a:ext>
                </a:extLst>
              </p:cNvPr>
              <p:cNvGrpSpPr/>
              <p:nvPr/>
            </p:nvGrpSpPr>
            <p:grpSpPr>
              <a:xfrm>
                <a:off x="7713112" y="3671394"/>
                <a:ext cx="1668025" cy="165427"/>
                <a:chOff x="7713112" y="1636006"/>
                <a:chExt cx="1668025" cy="165427"/>
              </a:xfrm>
            </p:grpSpPr>
            <p:grpSp>
              <p:nvGrpSpPr>
                <p:cNvPr id="151" name="그룹 150">
                  <a:extLst>
                    <a:ext uri="{FF2B5EF4-FFF2-40B4-BE49-F238E27FC236}">
                      <a16:creationId xmlns:a16="http://schemas.microsoft.com/office/drawing/2014/main" id="{DCAD36EA-86B0-D208-82C5-423630A63702}"/>
                    </a:ext>
                  </a:extLst>
                </p:cNvPr>
                <p:cNvGrpSpPr/>
                <p:nvPr/>
              </p:nvGrpSpPr>
              <p:grpSpPr>
                <a:xfrm>
                  <a:off x="7713112" y="1636006"/>
                  <a:ext cx="721394" cy="165427"/>
                  <a:chOff x="7713112" y="1636006"/>
                  <a:chExt cx="721394" cy="165427"/>
                </a:xfrm>
              </p:grpSpPr>
              <p:sp>
                <p:nvSpPr>
                  <p:cNvPr id="161" name="직사각형 160">
                    <a:extLst>
                      <a:ext uri="{FF2B5EF4-FFF2-40B4-BE49-F238E27FC236}">
                        <a16:creationId xmlns:a16="http://schemas.microsoft.com/office/drawing/2014/main" id="{D5FF3E0E-D1C6-041E-32AA-39343854D39E}"/>
                      </a:ext>
                    </a:extLst>
                  </p:cNvPr>
                  <p:cNvSpPr/>
                  <p:nvPr/>
                </p:nvSpPr>
                <p:spPr>
                  <a:xfrm>
                    <a:off x="7713112" y="1636006"/>
                    <a:ext cx="154505" cy="165427"/>
                  </a:xfrm>
                  <a:prstGeom prst="rect">
                    <a:avLst/>
                  </a:prstGeom>
                  <a:solidFill>
                    <a:schemeClr val="bg1"/>
                  </a:solidFill>
                  <a:ln w="3175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0">
                    <a:schemeClr val="accent1"/>
                  </a:lnRef>
                  <a:fillRef idx="1">
                    <a:schemeClr val="accent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ko-KR" altLang="en-US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62" name="직사각형 161">
                    <a:extLst>
                      <a:ext uri="{FF2B5EF4-FFF2-40B4-BE49-F238E27FC236}">
                        <a16:creationId xmlns:a16="http://schemas.microsoft.com/office/drawing/2014/main" id="{339C7717-DFF9-AFFB-A49A-9EF1FD6EEB42}"/>
                      </a:ext>
                    </a:extLst>
                  </p:cNvPr>
                  <p:cNvSpPr/>
                  <p:nvPr/>
                </p:nvSpPr>
                <p:spPr>
                  <a:xfrm>
                    <a:off x="7873190" y="1636006"/>
                    <a:ext cx="561316" cy="1654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0">
                    <a:schemeClr val="accent1"/>
                  </a:lnRef>
                  <a:fillRef idx="1">
                    <a:schemeClr val="accent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36000" rIns="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lang="en-US" altLang="ko-KR" sz="1000" b="1" spc="-50">
                        <a:solidFill>
                          <a:sysClr val="windowText" lastClr="000000"/>
                        </a:solidFill>
                      </a:rPr>
                      <a:t>RPA</a:t>
                    </a:r>
                    <a:endParaRPr lang="ko-KR" altLang="en-US" sz="1000" b="1" spc="-5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152" name="그룹 151">
                  <a:extLst>
                    <a:ext uri="{FF2B5EF4-FFF2-40B4-BE49-F238E27FC236}">
                      <a16:creationId xmlns:a16="http://schemas.microsoft.com/office/drawing/2014/main" id="{A0D479FD-0AE8-8FBF-503E-88C96FFE01C4}"/>
                    </a:ext>
                  </a:extLst>
                </p:cNvPr>
                <p:cNvGrpSpPr/>
                <p:nvPr/>
              </p:nvGrpSpPr>
              <p:grpSpPr>
                <a:xfrm>
                  <a:off x="8547938" y="1636006"/>
                  <a:ext cx="833199" cy="165427"/>
                  <a:chOff x="8522798" y="1636006"/>
                  <a:chExt cx="833199" cy="165427"/>
                </a:xfrm>
              </p:grpSpPr>
              <p:sp>
                <p:nvSpPr>
                  <p:cNvPr id="159" name="직사각형 158">
                    <a:extLst>
                      <a:ext uri="{FF2B5EF4-FFF2-40B4-BE49-F238E27FC236}">
                        <a16:creationId xmlns:a16="http://schemas.microsoft.com/office/drawing/2014/main" id="{93853D12-E37B-77BC-FF4B-4B861F9205ED}"/>
                      </a:ext>
                    </a:extLst>
                  </p:cNvPr>
                  <p:cNvSpPr/>
                  <p:nvPr/>
                </p:nvSpPr>
                <p:spPr>
                  <a:xfrm>
                    <a:off x="8522798" y="1636006"/>
                    <a:ext cx="154505" cy="165427"/>
                  </a:xfrm>
                  <a:prstGeom prst="rect">
                    <a:avLst/>
                  </a:prstGeom>
                  <a:solidFill>
                    <a:schemeClr val="bg1"/>
                  </a:solidFill>
                  <a:ln w="3175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0">
                    <a:schemeClr val="accent1"/>
                  </a:lnRef>
                  <a:fillRef idx="1">
                    <a:schemeClr val="accent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ko-KR" altLang="en-US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B635582A-B8E9-55B2-61C9-4204F3C358BF}"/>
                      </a:ext>
                    </a:extLst>
                  </p:cNvPr>
                  <p:cNvSpPr/>
                  <p:nvPr/>
                </p:nvSpPr>
                <p:spPr>
                  <a:xfrm>
                    <a:off x="8677497" y="1636006"/>
                    <a:ext cx="678500" cy="1654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0">
                    <a:schemeClr val="accent1"/>
                  </a:lnRef>
                  <a:fillRef idx="1">
                    <a:schemeClr val="accent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36000" rIns="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r>
                      <a:rPr lang="en-US" altLang="ko-KR" sz="1000" b="1" spc="-50">
                        <a:solidFill>
                          <a:sysClr val="windowText" lastClr="000000"/>
                        </a:solidFill>
                      </a:rPr>
                      <a:t>OCR</a:t>
                    </a:r>
                    <a:endParaRPr lang="ko-KR" altLang="en-US" sz="1000" b="1" spc="-5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</p:grpSp>
        </p:grpSp>
      </p:grp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44FBA1F9-77E6-6D48-661C-7601E0AC32BC}"/>
              </a:ext>
            </a:extLst>
          </p:cNvPr>
          <p:cNvSpPr/>
          <p:nvPr/>
        </p:nvSpPr>
        <p:spPr>
          <a:xfrm>
            <a:off x="9646078" y="950572"/>
            <a:ext cx="2158586" cy="308955"/>
          </a:xfrm>
          <a:prstGeom prst="rect">
            <a:avLst/>
          </a:prstGeom>
          <a:noFill/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en-US" sz="1200" i="1">
                <a:solidFill>
                  <a:schemeClr val="tx1">
                    <a:lumMod val="50000"/>
                    <a:lumOff val="50000"/>
                  </a:schemeClr>
                </a:solidFill>
              </a:rPr>
              <a:t>해당 박스에        표시 해주세요</a:t>
            </a:r>
            <a:r>
              <a:rPr lang="en-US" altLang="ko-KR" sz="1200" i="1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ko-KR" altLang="en-US" sz="12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92ADA760-A5A0-BF97-0C9B-51973C89F851}"/>
              </a:ext>
            </a:extLst>
          </p:cNvPr>
          <p:cNvSpPr/>
          <p:nvPr/>
        </p:nvSpPr>
        <p:spPr>
          <a:xfrm>
            <a:off x="0" y="0"/>
            <a:ext cx="12192000" cy="600075"/>
          </a:xfrm>
          <a:prstGeom prst="rect">
            <a:avLst/>
          </a:prstGeom>
          <a:solidFill>
            <a:srgbClr val="A32020">
              <a:alpha val="90000"/>
            </a:srgb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88000" tIns="36000" rIns="288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+mn-ea"/>
              </a:rPr>
              <a:t>■ 과제번호</a:t>
            </a:r>
            <a:r>
              <a:rPr lang="en-US" altLang="ko-KR" sz="160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600">
                <a:solidFill>
                  <a:schemeClr val="bg1"/>
                </a:solidFill>
                <a:latin typeface="+mn-ea"/>
              </a:rPr>
              <a:t>이름</a:t>
            </a:r>
            <a:endParaRPr lang="en-US" altLang="ko-KR" sz="160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E78483E2-0ABC-5A99-5458-6E928E09BF81}"/>
              </a:ext>
            </a:extLst>
          </p:cNvPr>
          <p:cNvGrpSpPr/>
          <p:nvPr/>
        </p:nvGrpSpPr>
        <p:grpSpPr>
          <a:xfrm>
            <a:off x="1990161" y="138112"/>
            <a:ext cx="4457700" cy="342900"/>
            <a:chOff x="1276350" y="1509712"/>
            <a:chExt cx="3800475" cy="342900"/>
          </a:xfrm>
        </p:grpSpPr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C1A097BC-42D3-A8A2-A00B-036FAF8DF5F0}"/>
                </a:ext>
              </a:extLst>
            </p:cNvPr>
            <p:cNvSpPr/>
            <p:nvPr/>
          </p:nvSpPr>
          <p:spPr>
            <a:xfrm>
              <a:off x="1276350" y="1509712"/>
              <a:ext cx="3800475" cy="3429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b="1">
                  <a:solidFill>
                    <a:schemeClr val="bg1">
                      <a:alpha val="80000"/>
                    </a:schemeClr>
                  </a:solidFill>
                </a:rPr>
                <a:t>과제번호</a:t>
              </a:r>
              <a:r>
                <a:rPr lang="en-US" altLang="ko-KR" b="1">
                  <a:solidFill>
                    <a:schemeClr val="bg1">
                      <a:alpha val="80000"/>
                    </a:schemeClr>
                  </a:solidFill>
                </a:rPr>
                <a:t>/</a:t>
              </a:r>
              <a:r>
                <a:rPr lang="ko-KR" altLang="en-US" b="1">
                  <a:solidFill>
                    <a:schemeClr val="bg1">
                      <a:alpha val="80000"/>
                    </a:schemeClr>
                  </a:solidFill>
                </a:rPr>
                <a:t>이름을 입력해주세요</a:t>
              </a:r>
              <a:r>
                <a:rPr lang="en-US" altLang="ko-KR" b="1">
                  <a:solidFill>
                    <a:schemeClr val="bg1">
                      <a:alpha val="80000"/>
                    </a:schemeClr>
                  </a:solidFill>
                </a:rPr>
                <a:t>.</a:t>
              </a:r>
              <a:endParaRPr lang="ko-KR" altLang="en-US" b="1">
                <a:solidFill>
                  <a:schemeClr val="bg1">
                    <a:alpha val="80000"/>
                  </a:schemeClr>
                </a:solidFill>
              </a:endParaRPr>
            </a:p>
          </p:txBody>
        </p: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2C09B4EA-5639-1B57-A31A-AF178004091C}"/>
                </a:ext>
              </a:extLst>
            </p:cNvPr>
            <p:cNvCxnSpPr>
              <a:cxnSpLocks/>
            </p:cNvCxnSpPr>
            <p:nvPr/>
          </p:nvCxnSpPr>
          <p:spPr>
            <a:xfrm>
              <a:off x="1276350" y="1809749"/>
              <a:ext cx="3800475" cy="0"/>
            </a:xfrm>
            <a:prstGeom prst="line">
              <a:avLst/>
            </a:prstGeom>
            <a:ln w="12700" cap="sq">
              <a:solidFill>
                <a:schemeClr val="bg1">
                  <a:alpha val="7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71827CA4-156E-1446-FEA3-7C626682EE86}"/>
              </a:ext>
            </a:extLst>
          </p:cNvPr>
          <p:cNvSpPr/>
          <p:nvPr/>
        </p:nvSpPr>
        <p:spPr>
          <a:xfrm>
            <a:off x="8725250" y="147637"/>
            <a:ext cx="3257199" cy="3429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>
                <a:solidFill>
                  <a:schemeClr val="bg1"/>
                </a:solidFill>
              </a:rPr>
              <a:t>작성일</a:t>
            </a:r>
            <a:r>
              <a:rPr lang="en-US" altLang="ko-KR" sz="1200">
                <a:solidFill>
                  <a:schemeClr val="bg1"/>
                </a:solidFill>
              </a:rPr>
              <a:t>: 2026.01.01   |   </a:t>
            </a:r>
            <a:r>
              <a:rPr lang="ko-KR" altLang="en-US" sz="1200">
                <a:solidFill>
                  <a:schemeClr val="bg1"/>
                </a:solidFill>
              </a:rPr>
              <a:t>작성자</a:t>
            </a:r>
            <a:r>
              <a:rPr lang="en-US" altLang="ko-KR" sz="1200">
                <a:solidFill>
                  <a:schemeClr val="bg1"/>
                </a:solidFill>
              </a:rPr>
              <a:t>: PwC </a:t>
            </a:r>
            <a:r>
              <a:rPr lang="ko-KR" altLang="en-US" sz="1200">
                <a:solidFill>
                  <a:schemeClr val="bg1"/>
                </a:solidFill>
              </a:rPr>
              <a:t>홍길동</a:t>
            </a:r>
          </a:p>
        </p:txBody>
      </p:sp>
      <p:sp>
        <p:nvSpPr>
          <p:cNvPr id="163" name="Freeform 32">
            <a:extLst>
              <a:ext uri="{FF2B5EF4-FFF2-40B4-BE49-F238E27FC236}">
                <a16:creationId xmlns:a16="http://schemas.microsoft.com/office/drawing/2014/main" id="{A5647938-6E36-5275-F952-5D377D51E762}"/>
              </a:ext>
            </a:extLst>
          </p:cNvPr>
          <p:cNvSpPr>
            <a:spLocks/>
          </p:cNvSpPr>
          <p:nvPr/>
        </p:nvSpPr>
        <p:spPr bwMode="auto">
          <a:xfrm>
            <a:off x="10529507" y="980379"/>
            <a:ext cx="209371" cy="193370"/>
          </a:xfrm>
          <a:custGeom>
            <a:avLst/>
            <a:gdLst>
              <a:gd name="T0" fmla="*/ 0 w 648"/>
              <a:gd name="T1" fmla="*/ 160473615 h 618"/>
              <a:gd name="T2" fmla="*/ 33274034 w 648"/>
              <a:gd name="T3" fmla="*/ 137303648 h 618"/>
              <a:gd name="T4" fmla="*/ 46129972 w 648"/>
              <a:gd name="T5" fmla="*/ 145885287 h 618"/>
              <a:gd name="T6" fmla="*/ 69573426 w 648"/>
              <a:gd name="T7" fmla="*/ 193941459 h 618"/>
              <a:gd name="T8" fmla="*/ 105115873 w 648"/>
              <a:gd name="T9" fmla="*/ 135587451 h 618"/>
              <a:gd name="T10" fmla="*/ 164101793 w 648"/>
              <a:gd name="T11" fmla="*/ 63503233 h 618"/>
              <a:gd name="T12" fmla="*/ 201913240 w 648"/>
              <a:gd name="T13" fmla="*/ 25744273 h 618"/>
              <a:gd name="T14" fmla="*/ 238968348 w 648"/>
              <a:gd name="T15" fmla="*/ 0 h 618"/>
              <a:gd name="T16" fmla="*/ 245018450 w 648"/>
              <a:gd name="T17" fmla="*/ 11155940 h 618"/>
              <a:gd name="T18" fmla="*/ 214012830 w 648"/>
              <a:gd name="T19" fmla="*/ 42049453 h 618"/>
              <a:gd name="T20" fmla="*/ 169395556 w 648"/>
              <a:gd name="T21" fmla="*/ 98687254 h 618"/>
              <a:gd name="T22" fmla="*/ 130827731 w 648"/>
              <a:gd name="T23" fmla="*/ 154466271 h 618"/>
              <a:gd name="T24" fmla="*/ 88478861 w 648"/>
              <a:gd name="T25" fmla="*/ 237707099 h 618"/>
              <a:gd name="T26" fmla="*/ 54448478 w 648"/>
              <a:gd name="T27" fmla="*/ 265167558 h 618"/>
              <a:gd name="T28" fmla="*/ 31005630 w 648"/>
              <a:gd name="T29" fmla="*/ 199948148 h 618"/>
              <a:gd name="T30" fmla="*/ 15880677 w 648"/>
              <a:gd name="T31" fmla="*/ 173345787 h 618"/>
              <a:gd name="T32" fmla="*/ 0 w 648"/>
              <a:gd name="T33" fmla="*/ 160473615 h 618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648"/>
              <a:gd name="T52" fmla="*/ 0 h 618"/>
              <a:gd name="T53" fmla="*/ 648 w 648"/>
              <a:gd name="T54" fmla="*/ 618 h 618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648" h="618">
                <a:moveTo>
                  <a:pt x="0" y="374"/>
                </a:moveTo>
                <a:lnTo>
                  <a:pt x="88" y="320"/>
                </a:lnTo>
                <a:lnTo>
                  <a:pt x="122" y="340"/>
                </a:lnTo>
                <a:lnTo>
                  <a:pt x="184" y="452"/>
                </a:lnTo>
                <a:lnTo>
                  <a:pt x="278" y="316"/>
                </a:lnTo>
                <a:lnTo>
                  <a:pt x="434" y="148"/>
                </a:lnTo>
                <a:lnTo>
                  <a:pt x="534" y="60"/>
                </a:lnTo>
                <a:lnTo>
                  <a:pt x="632" y="0"/>
                </a:lnTo>
                <a:lnTo>
                  <a:pt x="648" y="26"/>
                </a:lnTo>
                <a:lnTo>
                  <a:pt x="566" y="98"/>
                </a:lnTo>
                <a:lnTo>
                  <a:pt x="448" y="230"/>
                </a:lnTo>
                <a:lnTo>
                  <a:pt x="346" y="360"/>
                </a:lnTo>
                <a:lnTo>
                  <a:pt x="234" y="554"/>
                </a:lnTo>
                <a:lnTo>
                  <a:pt x="144" y="618"/>
                </a:lnTo>
                <a:lnTo>
                  <a:pt x="82" y="466"/>
                </a:lnTo>
                <a:lnTo>
                  <a:pt x="42" y="404"/>
                </a:lnTo>
                <a:lnTo>
                  <a:pt x="0" y="374"/>
                </a:lnTo>
                <a:close/>
              </a:path>
            </a:pathLst>
          </a:custGeom>
          <a:solidFill>
            <a:srgbClr val="AA2417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3756C5D-B2D9-6B55-17CF-CBFF117DD497}"/>
              </a:ext>
            </a:extLst>
          </p:cNvPr>
          <p:cNvSpPr/>
          <p:nvPr/>
        </p:nvSpPr>
        <p:spPr>
          <a:xfrm>
            <a:off x="7482496" y="3175032"/>
            <a:ext cx="1401817" cy="280868"/>
          </a:xfrm>
          <a:prstGeom prst="rect">
            <a:avLst/>
          </a:prstGeom>
          <a:noFill/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ko-KR" sz="1200" b="1">
                <a:solidFill>
                  <a:sysClr val="windowText" lastClr="000000"/>
                </a:solidFill>
              </a:rPr>
              <a:t>[ </a:t>
            </a:r>
            <a:r>
              <a:rPr lang="ko-KR" altLang="en-US" sz="1200" b="1">
                <a:solidFill>
                  <a:sysClr val="windowText" lastClr="000000"/>
                </a:solidFill>
              </a:rPr>
              <a:t>기술 이름 </a:t>
            </a:r>
            <a:r>
              <a:rPr lang="en-US" altLang="ko-KR" sz="1200" b="1">
                <a:solidFill>
                  <a:sysClr val="windowText" lastClr="000000"/>
                </a:solidFill>
              </a:rPr>
              <a:t>]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D1D3118-1B0D-2796-D4AF-3276C0E3CC9B}"/>
              </a:ext>
            </a:extLst>
          </p:cNvPr>
          <p:cNvSpPr/>
          <p:nvPr/>
        </p:nvSpPr>
        <p:spPr>
          <a:xfrm>
            <a:off x="7482496" y="3460468"/>
            <a:ext cx="4289761" cy="497056"/>
          </a:xfrm>
          <a:prstGeom prst="rect">
            <a:avLst/>
          </a:prstGeom>
          <a:solidFill>
            <a:schemeClr val="bg1">
              <a:alpha val="9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solidFill>
                  <a:sysClr val="windowText" lastClr="000000"/>
                </a:solidFill>
              </a:rPr>
              <a:t>ㅇㅇ</a:t>
            </a:r>
          </a:p>
        </p:txBody>
      </p: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97EBAA26-D84C-C139-0BA9-7BADE022ECAC}"/>
              </a:ext>
            </a:extLst>
          </p:cNvPr>
          <p:cNvGrpSpPr/>
          <p:nvPr/>
        </p:nvGrpSpPr>
        <p:grpSpPr>
          <a:xfrm>
            <a:off x="580097" y="1463004"/>
            <a:ext cx="6138339" cy="4642523"/>
            <a:chOff x="580097" y="1463004"/>
            <a:chExt cx="6138339" cy="4642523"/>
          </a:xfrm>
        </p:grpSpPr>
        <p:sp>
          <p:nvSpPr>
            <p:cNvPr id="129" name="Text 18">
              <a:extLst>
                <a:ext uri="{FF2B5EF4-FFF2-40B4-BE49-F238E27FC236}">
                  <a16:creationId xmlns:a16="http://schemas.microsoft.com/office/drawing/2014/main" id="{470B397F-0E81-AFE4-417E-EA0B4B10D958}"/>
                </a:ext>
              </a:extLst>
            </p:cNvPr>
            <p:cNvSpPr/>
            <p:nvPr/>
          </p:nvSpPr>
          <p:spPr>
            <a:xfrm>
              <a:off x="580097" y="1463004"/>
              <a:ext cx="393335" cy="8285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Calibri" pitchFamily="34" charset="-120"/>
                  <a:sym typeface="Arial"/>
                </a:rPr>
                <a:t>📥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Calibri" pitchFamily="34" charset="-120"/>
                  <a:sym typeface="Arial"/>
                </a:rPr>
                <a:t>Input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endParaRPr>
            </a:p>
          </p:txBody>
        </p:sp>
        <p:sp>
          <p:nvSpPr>
            <p:cNvPr id="130" name="Text 19">
              <a:extLst>
                <a:ext uri="{FF2B5EF4-FFF2-40B4-BE49-F238E27FC236}">
                  <a16:creationId xmlns:a16="http://schemas.microsoft.com/office/drawing/2014/main" id="{5A9DDA9B-B4F3-F394-44A2-3FD30E95D577}"/>
                </a:ext>
              </a:extLst>
            </p:cNvPr>
            <p:cNvSpPr/>
            <p:nvPr/>
          </p:nvSpPr>
          <p:spPr>
            <a:xfrm>
              <a:off x="580097" y="2291515"/>
              <a:ext cx="393335" cy="9320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Calibri" pitchFamily="34" charset="-120"/>
                  <a:sym typeface="Arial"/>
                </a:rPr>
                <a:t>🤖</a:t>
              </a: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Calibri" pitchFamily="34" charset="-120"/>
                  <a:sym typeface="Arial"/>
                </a:rPr>
                <a:t>Senior AI</a:t>
              </a: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endParaRPr>
            </a:p>
          </p:txBody>
        </p:sp>
        <p:sp>
          <p:nvSpPr>
            <p:cNvPr id="131" name="Text 20">
              <a:extLst>
                <a:ext uri="{FF2B5EF4-FFF2-40B4-BE49-F238E27FC236}">
                  <a16:creationId xmlns:a16="http://schemas.microsoft.com/office/drawing/2014/main" id="{A147D129-F430-74AE-CA94-3F74870132EC}"/>
                </a:ext>
              </a:extLst>
            </p:cNvPr>
            <p:cNvSpPr/>
            <p:nvPr/>
          </p:nvSpPr>
          <p:spPr>
            <a:xfrm>
              <a:off x="580097" y="3223589"/>
              <a:ext cx="393335" cy="17427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Calibri" pitchFamily="34" charset="-120"/>
                  <a:sym typeface="Arial"/>
                </a:rPr>
                <a:t>🔧</a:t>
              </a: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Calibri" pitchFamily="34" charset="-120"/>
                  <a:sym typeface="Arial"/>
                </a:rPr>
                <a:t>Junior AI</a:t>
              </a: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endParaRPr>
            </a:p>
          </p:txBody>
        </p:sp>
        <p:sp>
          <p:nvSpPr>
            <p:cNvPr id="132" name="Text 21">
              <a:extLst>
                <a:ext uri="{FF2B5EF4-FFF2-40B4-BE49-F238E27FC236}">
                  <a16:creationId xmlns:a16="http://schemas.microsoft.com/office/drawing/2014/main" id="{07CB81CB-9673-6C68-3027-6E7541E684DC}"/>
                </a:ext>
              </a:extLst>
            </p:cNvPr>
            <p:cNvSpPr/>
            <p:nvPr/>
          </p:nvSpPr>
          <p:spPr>
            <a:xfrm>
              <a:off x="580097" y="4966315"/>
              <a:ext cx="393335" cy="11392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Calibri" pitchFamily="34" charset="-120"/>
                  <a:sym typeface="Arial"/>
                </a:rPr>
                <a:t>👤</a:t>
              </a: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Calibri" pitchFamily="34" charset="-120"/>
                  <a:sym typeface="Arial"/>
                </a:rPr>
                <a:t>HR </a:t>
              </a:r>
              <a:r>
                <a:rPr kumimoji="0" lang="ko-KR" altLang="en-US" sz="700" b="1" i="0" u="none" strike="noStrike" kern="0" cap="none" spc="0" normalizeH="0" baseline="0" noProof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Calibri" pitchFamily="34" charset="-120"/>
                  <a:sym typeface="Arial"/>
                </a:rPr>
                <a:t>담당자</a:t>
              </a: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endParaRPr>
            </a:p>
          </p:txBody>
        </p: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B412CB6D-8850-7177-9029-9F51E8A1B8C0}"/>
                </a:ext>
              </a:extLst>
            </p:cNvPr>
            <p:cNvGrpSpPr/>
            <p:nvPr/>
          </p:nvGrpSpPr>
          <p:grpSpPr>
            <a:xfrm>
              <a:off x="1156314" y="1463004"/>
              <a:ext cx="5562122" cy="4642523"/>
              <a:chOff x="1156314" y="1463004"/>
              <a:chExt cx="5562122" cy="4642523"/>
            </a:xfrm>
          </p:grpSpPr>
          <p:sp>
            <p:nvSpPr>
              <p:cNvPr id="141" name="Shape 11">
                <a:extLst>
                  <a:ext uri="{FF2B5EF4-FFF2-40B4-BE49-F238E27FC236}">
                    <a16:creationId xmlns:a16="http://schemas.microsoft.com/office/drawing/2014/main" id="{E2531EF3-898B-2983-5DFE-18B1B6C8FF8E}"/>
                  </a:ext>
                </a:extLst>
              </p:cNvPr>
              <p:cNvSpPr/>
              <p:nvPr/>
            </p:nvSpPr>
            <p:spPr>
              <a:xfrm>
                <a:off x="1156314" y="1463004"/>
                <a:ext cx="5562122" cy="828511"/>
              </a:xfrm>
              <a:prstGeom prst="rect">
                <a:avLst/>
              </a:prstGeom>
              <a:solidFill>
                <a:srgbClr val="FAFAFA"/>
              </a:solidFill>
              <a:ln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42" name="Shape 12">
                <a:extLst>
                  <a:ext uri="{FF2B5EF4-FFF2-40B4-BE49-F238E27FC236}">
                    <a16:creationId xmlns:a16="http://schemas.microsoft.com/office/drawing/2014/main" id="{22E3BB31-E41C-893F-6B9F-6DEE93F2354A}"/>
                  </a:ext>
                </a:extLst>
              </p:cNvPr>
              <p:cNvSpPr/>
              <p:nvPr/>
            </p:nvSpPr>
            <p:spPr>
              <a:xfrm>
                <a:off x="1156314" y="2291515"/>
                <a:ext cx="5562122" cy="932075"/>
              </a:xfrm>
              <a:prstGeom prst="rect">
                <a:avLst/>
              </a:prstGeom>
              <a:solidFill>
                <a:srgbClr val="FEF8F8"/>
              </a:solidFill>
              <a:ln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43" name="Shape 13">
                <a:extLst>
                  <a:ext uri="{FF2B5EF4-FFF2-40B4-BE49-F238E27FC236}">
                    <a16:creationId xmlns:a16="http://schemas.microsoft.com/office/drawing/2014/main" id="{0AB727F5-4226-970E-9B38-3AF945309711}"/>
                  </a:ext>
                </a:extLst>
              </p:cNvPr>
              <p:cNvSpPr/>
              <p:nvPr/>
            </p:nvSpPr>
            <p:spPr>
              <a:xfrm>
                <a:off x="1156314" y="3223588"/>
                <a:ext cx="5562122" cy="1742727"/>
              </a:xfrm>
              <a:prstGeom prst="rect">
                <a:avLst/>
              </a:prstGeom>
              <a:solidFill>
                <a:srgbClr val="FEFBF4"/>
              </a:solidFill>
              <a:ln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44" name="Shape 14">
                <a:extLst>
                  <a:ext uri="{FF2B5EF4-FFF2-40B4-BE49-F238E27FC236}">
                    <a16:creationId xmlns:a16="http://schemas.microsoft.com/office/drawing/2014/main" id="{7F4F5BC3-ACD5-802A-EC0D-297FB565FBD8}"/>
                  </a:ext>
                </a:extLst>
              </p:cNvPr>
              <p:cNvSpPr/>
              <p:nvPr/>
            </p:nvSpPr>
            <p:spPr>
              <a:xfrm>
                <a:off x="1156314" y="4966315"/>
                <a:ext cx="5562122" cy="1139212"/>
              </a:xfrm>
              <a:prstGeom prst="rect">
                <a:avLst/>
              </a:prstGeom>
              <a:solidFill>
                <a:srgbClr val="FAFAFA"/>
              </a:solidFill>
              <a:ln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Shape 15">
                <a:extLst>
                  <a:ext uri="{FF2B5EF4-FFF2-40B4-BE49-F238E27FC236}">
                    <a16:creationId xmlns:a16="http://schemas.microsoft.com/office/drawing/2014/main" id="{327C4160-5A81-8E48-71B0-480500E3E979}"/>
                  </a:ext>
                </a:extLst>
              </p:cNvPr>
              <p:cNvSpPr/>
              <p:nvPr/>
            </p:nvSpPr>
            <p:spPr>
              <a:xfrm>
                <a:off x="1156314" y="2291515"/>
                <a:ext cx="5562122" cy="0"/>
              </a:xfrm>
              <a:prstGeom prst="line">
                <a:avLst/>
              </a:prstGeom>
              <a:noFill/>
              <a:ln w="8890">
                <a:solidFill>
                  <a:srgbClr val="E5E7EB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53" name="Shape 16">
                <a:extLst>
                  <a:ext uri="{FF2B5EF4-FFF2-40B4-BE49-F238E27FC236}">
                    <a16:creationId xmlns:a16="http://schemas.microsoft.com/office/drawing/2014/main" id="{2935314B-B95F-C103-2125-EEBF318C7465}"/>
                  </a:ext>
                </a:extLst>
              </p:cNvPr>
              <p:cNvSpPr/>
              <p:nvPr/>
            </p:nvSpPr>
            <p:spPr>
              <a:xfrm>
                <a:off x="1156314" y="3223589"/>
                <a:ext cx="5562122" cy="0"/>
              </a:xfrm>
              <a:prstGeom prst="line">
                <a:avLst/>
              </a:prstGeom>
              <a:noFill/>
              <a:ln w="8890">
                <a:solidFill>
                  <a:srgbClr val="E5E7EB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54" name="Shape 17">
                <a:extLst>
                  <a:ext uri="{FF2B5EF4-FFF2-40B4-BE49-F238E27FC236}">
                    <a16:creationId xmlns:a16="http://schemas.microsoft.com/office/drawing/2014/main" id="{35DBADFF-A84A-BB3C-FD76-D1DC940AF788}"/>
                  </a:ext>
                </a:extLst>
              </p:cNvPr>
              <p:cNvSpPr/>
              <p:nvPr/>
            </p:nvSpPr>
            <p:spPr>
              <a:xfrm>
                <a:off x="1156314" y="4966315"/>
                <a:ext cx="5562122" cy="0"/>
              </a:xfrm>
              <a:prstGeom prst="line">
                <a:avLst/>
              </a:prstGeom>
              <a:noFill/>
              <a:ln w="8890">
                <a:solidFill>
                  <a:srgbClr val="E5E7EB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43D05794-5A5D-A12B-E311-DD66C40F7912}"/>
                  </a:ext>
                </a:extLst>
              </p:cNvPr>
              <p:cNvGrpSpPr/>
              <p:nvPr/>
            </p:nvGrpSpPr>
            <p:grpSpPr>
              <a:xfrm>
                <a:off x="1384958" y="1614629"/>
                <a:ext cx="971768" cy="517819"/>
                <a:chOff x="1457098" y="1618350"/>
                <a:chExt cx="971768" cy="517819"/>
              </a:xfrm>
            </p:grpSpPr>
            <p:sp>
              <p:nvSpPr>
                <p:cNvPr id="224" name="Shape 22">
                  <a:extLst>
                    <a:ext uri="{FF2B5EF4-FFF2-40B4-BE49-F238E27FC236}">
                      <a16:creationId xmlns:a16="http://schemas.microsoft.com/office/drawing/2014/main" id="{200B74A8-D0B5-E571-429E-858153293D84}"/>
                    </a:ext>
                  </a:extLst>
                </p:cNvPr>
                <p:cNvSpPr/>
                <p:nvPr/>
              </p:nvSpPr>
              <p:spPr>
                <a:xfrm>
                  <a:off x="1457098" y="1618350"/>
                  <a:ext cx="971768" cy="517819"/>
                </a:xfrm>
                <a:prstGeom prst="roundRect">
                  <a:avLst>
                    <a:gd name="adj" fmla="val 10667"/>
                  </a:avLst>
                </a:prstGeom>
                <a:solidFill>
                  <a:srgbClr val="FFFFFF"/>
                </a:solidFill>
                <a:ln w="15240">
                  <a:solidFill>
                    <a:srgbClr val="4DACF1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  <p:sp>
              <p:nvSpPr>
                <p:cNvPr id="225" name="Text 23">
                  <a:extLst>
                    <a:ext uri="{FF2B5EF4-FFF2-40B4-BE49-F238E27FC236}">
                      <a16:creationId xmlns:a16="http://schemas.microsoft.com/office/drawing/2014/main" id="{29C7B777-63B5-A7C8-12B1-890F26FED3E1}"/>
                    </a:ext>
                  </a:extLst>
                </p:cNvPr>
                <p:cNvSpPr/>
                <p:nvPr/>
              </p:nvSpPr>
              <p:spPr>
                <a:xfrm>
                  <a:off x="1457098" y="1659459"/>
                  <a:ext cx="971768" cy="43560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A624478F-7C5C-B9D2-BC0B-BFBC4B837FC2}"/>
                  </a:ext>
                </a:extLst>
              </p:cNvPr>
              <p:cNvGrpSpPr/>
              <p:nvPr/>
            </p:nvGrpSpPr>
            <p:grpSpPr>
              <a:xfrm>
                <a:off x="2418225" y="1614629"/>
                <a:ext cx="971768" cy="517819"/>
                <a:chOff x="2752789" y="1618674"/>
                <a:chExt cx="971768" cy="517819"/>
              </a:xfrm>
            </p:grpSpPr>
            <p:sp>
              <p:nvSpPr>
                <p:cNvPr id="222" name="Shape 24">
                  <a:extLst>
                    <a:ext uri="{FF2B5EF4-FFF2-40B4-BE49-F238E27FC236}">
                      <a16:creationId xmlns:a16="http://schemas.microsoft.com/office/drawing/2014/main" id="{05A54A1D-16C1-4D8B-A6EF-1BAE6EBBF34B}"/>
                    </a:ext>
                  </a:extLst>
                </p:cNvPr>
                <p:cNvSpPr/>
                <p:nvPr/>
              </p:nvSpPr>
              <p:spPr>
                <a:xfrm>
                  <a:off x="2752789" y="1618674"/>
                  <a:ext cx="971768" cy="517819"/>
                </a:xfrm>
                <a:prstGeom prst="roundRect">
                  <a:avLst>
                    <a:gd name="adj" fmla="val 10667"/>
                  </a:avLst>
                </a:prstGeom>
                <a:solidFill>
                  <a:srgbClr val="FFFFFF"/>
                </a:solidFill>
                <a:ln w="15240">
                  <a:solidFill>
                    <a:srgbClr val="4DACF1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  <p:sp>
              <p:nvSpPr>
                <p:cNvPr id="223" name="Text 25">
                  <a:extLst>
                    <a:ext uri="{FF2B5EF4-FFF2-40B4-BE49-F238E27FC236}">
                      <a16:creationId xmlns:a16="http://schemas.microsoft.com/office/drawing/2014/main" id="{04AF0D6D-8E00-6258-C7C0-3D2508994F0B}"/>
                    </a:ext>
                  </a:extLst>
                </p:cNvPr>
                <p:cNvSpPr/>
                <p:nvPr/>
              </p:nvSpPr>
              <p:spPr>
                <a:xfrm>
                  <a:off x="2752789" y="1659783"/>
                  <a:ext cx="971768" cy="43560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34155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7" name="Shape 40">
                <a:extLst>
                  <a:ext uri="{FF2B5EF4-FFF2-40B4-BE49-F238E27FC236}">
                    <a16:creationId xmlns:a16="http://schemas.microsoft.com/office/drawing/2014/main" id="{06FC5DB5-6572-E9C0-FDF8-7C5AEE3C3079}"/>
                  </a:ext>
                </a:extLst>
              </p:cNvPr>
              <p:cNvSpPr/>
              <p:nvPr/>
            </p:nvSpPr>
            <p:spPr>
              <a:xfrm>
                <a:off x="1384958" y="5077390"/>
                <a:ext cx="1267755" cy="448085"/>
              </a:xfrm>
              <a:prstGeom prst="roundRect">
                <a:avLst>
                  <a:gd name="adj" fmla="val 9412"/>
                </a:avLst>
              </a:prstGeom>
              <a:solidFill>
                <a:schemeClr val="bg1">
                  <a:lumMod val="95000"/>
                </a:schemeClr>
              </a:solidFill>
              <a:ln w="1524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grpSp>
            <p:nvGrpSpPr>
              <p:cNvPr id="158" name="그룹 157">
                <a:extLst>
                  <a:ext uri="{FF2B5EF4-FFF2-40B4-BE49-F238E27FC236}">
                    <a16:creationId xmlns:a16="http://schemas.microsoft.com/office/drawing/2014/main" id="{840074D7-E206-5608-0FA6-5222A2BE2B27}"/>
                  </a:ext>
                </a:extLst>
              </p:cNvPr>
              <p:cNvGrpSpPr/>
              <p:nvPr/>
            </p:nvGrpSpPr>
            <p:grpSpPr>
              <a:xfrm>
                <a:off x="5518025" y="1614629"/>
                <a:ext cx="971768" cy="517819"/>
                <a:chOff x="5476093" y="1618350"/>
                <a:chExt cx="971768" cy="517819"/>
              </a:xfrm>
            </p:grpSpPr>
            <p:sp>
              <p:nvSpPr>
                <p:cNvPr id="220" name="Shape 26">
                  <a:extLst>
                    <a:ext uri="{FF2B5EF4-FFF2-40B4-BE49-F238E27FC236}">
                      <a16:creationId xmlns:a16="http://schemas.microsoft.com/office/drawing/2014/main" id="{16CCA961-3848-E140-5C54-EB4F6694A163}"/>
                    </a:ext>
                  </a:extLst>
                </p:cNvPr>
                <p:cNvSpPr/>
                <p:nvPr/>
              </p:nvSpPr>
              <p:spPr>
                <a:xfrm>
                  <a:off x="5476093" y="1618350"/>
                  <a:ext cx="971768" cy="517819"/>
                </a:xfrm>
                <a:prstGeom prst="roundRect">
                  <a:avLst>
                    <a:gd name="adj" fmla="val 10667"/>
                  </a:avLst>
                </a:prstGeom>
                <a:solidFill>
                  <a:srgbClr val="FFFFFF"/>
                </a:solidFill>
                <a:ln w="15240">
                  <a:solidFill>
                    <a:srgbClr val="CBD5E1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  <p:sp>
              <p:nvSpPr>
                <p:cNvPr id="221" name="Text 27">
                  <a:extLst>
                    <a:ext uri="{FF2B5EF4-FFF2-40B4-BE49-F238E27FC236}">
                      <a16:creationId xmlns:a16="http://schemas.microsoft.com/office/drawing/2014/main" id="{7A7C8D3A-C8E6-A1F4-187F-9BAA428B868F}"/>
                    </a:ext>
                  </a:extLst>
                </p:cNvPr>
                <p:cNvSpPr/>
                <p:nvPr/>
              </p:nvSpPr>
              <p:spPr>
                <a:xfrm>
                  <a:off x="5476093" y="1659459"/>
                  <a:ext cx="971768" cy="43560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C205B281-9450-61AE-B757-C8DA13D0E090}"/>
                  </a:ext>
                </a:extLst>
              </p:cNvPr>
              <p:cNvGrpSpPr/>
              <p:nvPr/>
            </p:nvGrpSpPr>
            <p:grpSpPr>
              <a:xfrm>
                <a:off x="3451492" y="1614629"/>
                <a:ext cx="971768" cy="517819"/>
                <a:chOff x="3924180" y="1618350"/>
                <a:chExt cx="971768" cy="517819"/>
              </a:xfrm>
            </p:grpSpPr>
            <p:sp>
              <p:nvSpPr>
                <p:cNvPr id="218" name="Shape 26">
                  <a:extLst>
                    <a:ext uri="{FF2B5EF4-FFF2-40B4-BE49-F238E27FC236}">
                      <a16:creationId xmlns:a16="http://schemas.microsoft.com/office/drawing/2014/main" id="{0D95828A-BCBA-9717-F2E7-9418B01C9B49}"/>
                    </a:ext>
                  </a:extLst>
                </p:cNvPr>
                <p:cNvSpPr/>
                <p:nvPr/>
              </p:nvSpPr>
              <p:spPr>
                <a:xfrm>
                  <a:off x="3924180" y="1618350"/>
                  <a:ext cx="971768" cy="517819"/>
                </a:xfrm>
                <a:prstGeom prst="roundRect">
                  <a:avLst>
                    <a:gd name="adj" fmla="val 10667"/>
                  </a:avLst>
                </a:prstGeom>
                <a:solidFill>
                  <a:srgbClr val="FFFFFF"/>
                </a:solidFill>
                <a:ln w="15240">
                  <a:solidFill>
                    <a:srgbClr val="B3DCF9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  <p:sp>
              <p:nvSpPr>
                <p:cNvPr id="219" name="Text 27">
                  <a:extLst>
                    <a:ext uri="{FF2B5EF4-FFF2-40B4-BE49-F238E27FC236}">
                      <a16:creationId xmlns:a16="http://schemas.microsoft.com/office/drawing/2014/main" id="{BA1F028D-4B16-C0A1-D0EA-F8A1E8F33F35}"/>
                    </a:ext>
                  </a:extLst>
                </p:cNvPr>
                <p:cNvSpPr/>
                <p:nvPr/>
              </p:nvSpPr>
              <p:spPr>
                <a:xfrm>
                  <a:off x="3924180" y="1678027"/>
                  <a:ext cx="971768" cy="398464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69B2E5CF-E017-617C-1761-0808523D8604}"/>
                  </a:ext>
                </a:extLst>
              </p:cNvPr>
              <p:cNvGrpSpPr/>
              <p:nvPr/>
            </p:nvGrpSpPr>
            <p:grpSpPr>
              <a:xfrm>
                <a:off x="4484759" y="1614629"/>
                <a:ext cx="971768" cy="517819"/>
                <a:chOff x="3924180" y="1618350"/>
                <a:chExt cx="971768" cy="517819"/>
              </a:xfrm>
            </p:grpSpPr>
            <p:sp>
              <p:nvSpPr>
                <p:cNvPr id="216" name="Shape 26">
                  <a:extLst>
                    <a:ext uri="{FF2B5EF4-FFF2-40B4-BE49-F238E27FC236}">
                      <a16:creationId xmlns:a16="http://schemas.microsoft.com/office/drawing/2014/main" id="{BF0861FF-1F1D-E3F7-AF03-C8FC8B12375F}"/>
                    </a:ext>
                  </a:extLst>
                </p:cNvPr>
                <p:cNvSpPr/>
                <p:nvPr/>
              </p:nvSpPr>
              <p:spPr>
                <a:xfrm>
                  <a:off x="3924180" y="1618350"/>
                  <a:ext cx="971768" cy="517819"/>
                </a:xfrm>
                <a:prstGeom prst="roundRect">
                  <a:avLst>
                    <a:gd name="adj" fmla="val 10667"/>
                  </a:avLst>
                </a:prstGeom>
                <a:solidFill>
                  <a:srgbClr val="FFFFFF"/>
                </a:solidFill>
                <a:ln w="15240">
                  <a:solidFill>
                    <a:srgbClr val="B3DCF9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  <p:sp>
              <p:nvSpPr>
                <p:cNvPr id="217" name="Text 27">
                  <a:extLst>
                    <a:ext uri="{FF2B5EF4-FFF2-40B4-BE49-F238E27FC236}">
                      <a16:creationId xmlns:a16="http://schemas.microsoft.com/office/drawing/2014/main" id="{3E249685-663D-2EE3-91E2-6EE605F2FD28}"/>
                    </a:ext>
                  </a:extLst>
                </p:cNvPr>
                <p:cNvSpPr/>
                <p:nvPr/>
              </p:nvSpPr>
              <p:spPr>
                <a:xfrm>
                  <a:off x="3924180" y="1678027"/>
                  <a:ext cx="971768" cy="398464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72" name="연결선: 꺾임 171">
                <a:extLst>
                  <a:ext uri="{FF2B5EF4-FFF2-40B4-BE49-F238E27FC236}">
                    <a16:creationId xmlns:a16="http://schemas.microsoft.com/office/drawing/2014/main" id="{D048301E-3841-BCA8-45F2-20B215A3623B}"/>
                  </a:ext>
                </a:extLst>
              </p:cNvPr>
              <p:cNvCxnSpPr>
                <a:cxnSpLocks/>
                <a:stCxn id="224" idx="2"/>
              </p:cNvCxnSpPr>
              <p:nvPr/>
            </p:nvCxnSpPr>
            <p:spPr>
              <a:xfrm rot="16200000" flipH="1">
                <a:off x="1310083" y="2693206"/>
                <a:ext cx="1183019" cy="61501"/>
              </a:xfrm>
              <a:prstGeom prst="bentConnector3">
                <a:avLst/>
              </a:prstGeom>
              <a:ln w="12700" cap="sq">
                <a:solidFill>
                  <a:srgbClr val="4DACF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  <p:cxnSp>
            <p:nvCxnSpPr>
              <p:cNvPr id="173" name="연결선: 꺾임 172">
                <a:extLst>
                  <a:ext uri="{FF2B5EF4-FFF2-40B4-BE49-F238E27FC236}">
                    <a16:creationId xmlns:a16="http://schemas.microsoft.com/office/drawing/2014/main" id="{3F121B60-E92B-955C-063B-A47DF7AADE90}"/>
                  </a:ext>
                </a:extLst>
              </p:cNvPr>
              <p:cNvCxnSpPr>
                <a:cxnSpLocks/>
                <a:stCxn id="222" idx="2"/>
                <a:endCxn id="208" idx="0"/>
              </p:cNvCxnSpPr>
              <p:nvPr/>
            </p:nvCxnSpPr>
            <p:spPr>
              <a:xfrm rot="5400000">
                <a:off x="1869964" y="2281321"/>
                <a:ext cx="1183018" cy="885273"/>
              </a:xfrm>
              <a:prstGeom prst="bentConnector3">
                <a:avLst/>
              </a:prstGeom>
              <a:ln w="12700" cap="sq">
                <a:solidFill>
                  <a:srgbClr val="4DACF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  <p:cxnSp>
            <p:nvCxnSpPr>
              <p:cNvPr id="174" name="직선 화살표 연결선 173">
                <a:extLst>
                  <a:ext uri="{FF2B5EF4-FFF2-40B4-BE49-F238E27FC236}">
                    <a16:creationId xmlns:a16="http://schemas.microsoft.com/office/drawing/2014/main" id="{031EBF98-CFC5-0683-7392-3E1E2B47C116}"/>
                  </a:ext>
                </a:extLst>
              </p:cNvPr>
              <p:cNvCxnSpPr>
                <a:cxnSpLocks/>
                <a:stCxn id="208" idx="2"/>
                <a:endCxn id="157" idx="0"/>
              </p:cNvCxnSpPr>
              <p:nvPr/>
            </p:nvCxnSpPr>
            <p:spPr>
              <a:xfrm>
                <a:off x="2018836" y="4867624"/>
                <a:ext cx="0" cy="209766"/>
              </a:xfrm>
              <a:prstGeom prst="straightConnector1">
                <a:avLst/>
              </a:prstGeom>
              <a:ln w="12700" cap="sq">
                <a:solidFill>
                  <a:srgbClr val="B48E0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  <p:cxnSp>
            <p:nvCxnSpPr>
              <p:cNvPr id="175" name="직선 화살표 연결선 174">
                <a:extLst>
                  <a:ext uri="{FF2B5EF4-FFF2-40B4-BE49-F238E27FC236}">
                    <a16:creationId xmlns:a16="http://schemas.microsoft.com/office/drawing/2014/main" id="{72FC87B1-3327-840E-CB5E-F109AD5015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5133" y="3068924"/>
                <a:ext cx="822" cy="237534"/>
              </a:xfrm>
              <a:prstGeom prst="straightConnector1">
                <a:avLst/>
              </a:prstGeom>
              <a:ln w="12700" cap="sq">
                <a:solidFill>
                  <a:srgbClr val="B48E0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  <p:cxnSp>
            <p:nvCxnSpPr>
              <p:cNvPr id="176" name="연결선: 꺾임 175">
                <a:extLst>
                  <a:ext uri="{FF2B5EF4-FFF2-40B4-BE49-F238E27FC236}">
                    <a16:creationId xmlns:a16="http://schemas.microsoft.com/office/drawing/2014/main" id="{EE464E8B-9D37-589A-65A0-8F2BEC5FD432}"/>
                  </a:ext>
                </a:extLst>
              </p:cNvPr>
              <p:cNvCxnSpPr>
                <a:cxnSpLocks/>
                <a:stCxn id="216" idx="2"/>
                <a:endCxn id="200" idx="0"/>
              </p:cNvCxnSpPr>
              <p:nvPr/>
            </p:nvCxnSpPr>
            <p:spPr>
              <a:xfrm rot="5400000">
                <a:off x="3763991" y="2108814"/>
                <a:ext cx="1183018" cy="1230286"/>
              </a:xfrm>
              <a:prstGeom prst="bentConnector3">
                <a:avLst>
                  <a:gd name="adj1" fmla="val 50000"/>
                </a:avLst>
              </a:prstGeom>
              <a:ln w="12700" cap="sq">
                <a:solidFill>
                  <a:srgbClr val="B3DCF9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  <p:cxnSp>
            <p:nvCxnSpPr>
              <p:cNvPr id="177" name="직선 화살표 연결선 176">
                <a:extLst>
                  <a:ext uri="{FF2B5EF4-FFF2-40B4-BE49-F238E27FC236}">
                    <a16:creationId xmlns:a16="http://schemas.microsoft.com/office/drawing/2014/main" id="{3AF091AC-2380-EA74-4760-7ACF9A31A9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1112" y="3068924"/>
                <a:ext cx="822" cy="237534"/>
              </a:xfrm>
              <a:prstGeom prst="straightConnector1">
                <a:avLst/>
              </a:prstGeom>
              <a:ln w="12700" cap="sq">
                <a:solidFill>
                  <a:srgbClr val="B48E0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  <p:sp>
            <p:nvSpPr>
              <p:cNvPr id="178" name="Shape 40">
                <a:extLst>
                  <a:ext uri="{FF2B5EF4-FFF2-40B4-BE49-F238E27FC236}">
                    <a16:creationId xmlns:a16="http://schemas.microsoft.com/office/drawing/2014/main" id="{1022D0EC-88EB-5878-84F8-34D7F8C8E71E}"/>
                  </a:ext>
                </a:extLst>
              </p:cNvPr>
              <p:cNvSpPr/>
              <p:nvPr/>
            </p:nvSpPr>
            <p:spPr>
              <a:xfrm>
                <a:off x="3106759" y="5077389"/>
                <a:ext cx="1267198" cy="448085"/>
              </a:xfrm>
              <a:prstGeom prst="roundRect">
                <a:avLst>
                  <a:gd name="adj" fmla="val 9412"/>
                </a:avLst>
              </a:prstGeom>
              <a:solidFill>
                <a:schemeClr val="bg1">
                  <a:lumMod val="95000"/>
                </a:schemeClr>
              </a:solidFill>
              <a:ln w="1524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cxnSp>
            <p:nvCxnSpPr>
              <p:cNvPr id="179" name="직선 화살표 연결선 178">
                <a:extLst>
                  <a:ext uri="{FF2B5EF4-FFF2-40B4-BE49-F238E27FC236}">
                    <a16:creationId xmlns:a16="http://schemas.microsoft.com/office/drawing/2014/main" id="{D6102571-F836-322F-991F-8CBB6D99A1D7}"/>
                  </a:ext>
                </a:extLst>
              </p:cNvPr>
              <p:cNvCxnSpPr>
                <a:cxnSpLocks/>
                <a:stCxn id="200" idx="2"/>
                <a:endCxn id="178" idx="0"/>
              </p:cNvCxnSpPr>
              <p:nvPr/>
            </p:nvCxnSpPr>
            <p:spPr>
              <a:xfrm>
                <a:off x="3740357" y="4867624"/>
                <a:ext cx="1" cy="209765"/>
              </a:xfrm>
              <a:prstGeom prst="straightConnector1">
                <a:avLst/>
              </a:prstGeom>
              <a:ln w="12700" cap="sq">
                <a:solidFill>
                  <a:srgbClr val="B48E0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  <p:cxnSp>
            <p:nvCxnSpPr>
              <p:cNvPr id="180" name="연결선: 꺾임 179">
                <a:extLst>
                  <a:ext uri="{FF2B5EF4-FFF2-40B4-BE49-F238E27FC236}">
                    <a16:creationId xmlns:a16="http://schemas.microsoft.com/office/drawing/2014/main" id="{6BBF292E-F3B5-74B2-BEC4-7385DE0DF1C2}"/>
                  </a:ext>
                </a:extLst>
              </p:cNvPr>
              <p:cNvCxnSpPr>
                <a:cxnSpLocks/>
                <a:stCxn id="218" idx="2"/>
              </p:cNvCxnSpPr>
              <p:nvPr/>
            </p:nvCxnSpPr>
            <p:spPr>
              <a:xfrm rot="5400000">
                <a:off x="3170822" y="2555726"/>
                <a:ext cx="1189833" cy="343276"/>
              </a:xfrm>
              <a:prstGeom prst="bentConnector3">
                <a:avLst>
                  <a:gd name="adj1" fmla="val 50000"/>
                </a:avLst>
              </a:prstGeom>
              <a:ln w="12700" cap="sq">
                <a:solidFill>
                  <a:srgbClr val="B3DCF9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  <p:cxnSp>
            <p:nvCxnSpPr>
              <p:cNvPr id="181" name="연결선: 꺾임 180">
                <a:extLst>
                  <a:ext uri="{FF2B5EF4-FFF2-40B4-BE49-F238E27FC236}">
                    <a16:creationId xmlns:a16="http://schemas.microsoft.com/office/drawing/2014/main" id="{47FBDF5D-B893-BE32-CD80-B383B306FB0E}"/>
                  </a:ext>
                </a:extLst>
              </p:cNvPr>
              <p:cNvCxnSpPr>
                <a:cxnSpLocks/>
                <a:stCxn id="220" idx="2"/>
                <a:endCxn id="194" idx="0"/>
              </p:cNvCxnSpPr>
              <p:nvPr/>
            </p:nvCxnSpPr>
            <p:spPr>
              <a:xfrm rot="5400000">
                <a:off x="5141247" y="2452804"/>
                <a:ext cx="1183018" cy="542307"/>
              </a:xfrm>
              <a:prstGeom prst="bentConnector3">
                <a:avLst>
                  <a:gd name="adj1" fmla="val 50000"/>
                </a:avLst>
              </a:prstGeom>
              <a:ln w="12700" cap="sq">
                <a:solidFill>
                  <a:srgbClr val="DEDEDE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  <p:sp>
            <p:nvSpPr>
              <p:cNvPr id="182" name="Shape 28">
                <a:extLst>
                  <a:ext uri="{FF2B5EF4-FFF2-40B4-BE49-F238E27FC236}">
                    <a16:creationId xmlns:a16="http://schemas.microsoft.com/office/drawing/2014/main" id="{E4B1E6FC-464D-11B2-15E5-E41E2B16C28C}"/>
                  </a:ext>
                </a:extLst>
              </p:cNvPr>
              <p:cNvSpPr/>
              <p:nvPr/>
            </p:nvSpPr>
            <p:spPr>
              <a:xfrm>
                <a:off x="1384958" y="2446861"/>
                <a:ext cx="5104835" cy="621383"/>
              </a:xfrm>
              <a:prstGeom prst="roundRect">
                <a:avLst>
                  <a:gd name="adj" fmla="val 8889"/>
                </a:avLst>
              </a:prstGeom>
              <a:solidFill>
                <a:srgbClr val="FCEEEE"/>
              </a:solidFill>
              <a:ln w="15240">
                <a:solidFill>
                  <a:srgbClr val="A32020"/>
                </a:solidFill>
                <a:prstDash val="solid"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A3202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83" name="Shape 40">
                <a:extLst>
                  <a:ext uri="{FF2B5EF4-FFF2-40B4-BE49-F238E27FC236}">
                    <a16:creationId xmlns:a16="http://schemas.microsoft.com/office/drawing/2014/main" id="{E751364F-7E45-8057-EF7B-19B850E7A881}"/>
                  </a:ext>
                </a:extLst>
              </p:cNvPr>
              <p:cNvSpPr/>
              <p:nvPr/>
            </p:nvSpPr>
            <p:spPr>
              <a:xfrm>
                <a:off x="4828003" y="5077389"/>
                <a:ext cx="1661789" cy="448085"/>
              </a:xfrm>
              <a:prstGeom prst="roundRect">
                <a:avLst>
                  <a:gd name="adj" fmla="val 9412"/>
                </a:avLst>
              </a:prstGeom>
              <a:solidFill>
                <a:schemeClr val="bg1">
                  <a:lumMod val="95000"/>
                </a:schemeClr>
              </a:solidFill>
              <a:ln w="1524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cxnSp>
            <p:nvCxnSpPr>
              <p:cNvPr id="184" name="직선 화살표 연결선 183">
                <a:extLst>
                  <a:ext uri="{FF2B5EF4-FFF2-40B4-BE49-F238E27FC236}">
                    <a16:creationId xmlns:a16="http://schemas.microsoft.com/office/drawing/2014/main" id="{79D638A3-C23B-8ABF-8BC3-0C15D3C00E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70535" y="3068924"/>
                <a:ext cx="822" cy="237534"/>
              </a:xfrm>
              <a:prstGeom prst="straightConnector1">
                <a:avLst/>
              </a:prstGeom>
              <a:ln w="12700" cap="sq">
                <a:solidFill>
                  <a:srgbClr val="B48E0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  <p:cxnSp>
            <p:nvCxnSpPr>
              <p:cNvPr id="185" name="직선 화살표 연결선 184">
                <a:extLst>
                  <a:ext uri="{FF2B5EF4-FFF2-40B4-BE49-F238E27FC236}">
                    <a16:creationId xmlns:a16="http://schemas.microsoft.com/office/drawing/2014/main" id="{7FA6A54C-D0B2-0FDA-8042-80767517B4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6043" y="3078425"/>
                <a:ext cx="0" cy="237041"/>
              </a:xfrm>
              <a:prstGeom prst="straightConnector1">
                <a:avLst/>
              </a:prstGeom>
              <a:ln w="12700" cap="sq">
                <a:solidFill>
                  <a:srgbClr val="A3202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  <p:cxnSp>
            <p:nvCxnSpPr>
              <p:cNvPr id="186" name="연결선: 꺾임 185">
                <a:extLst>
                  <a:ext uri="{FF2B5EF4-FFF2-40B4-BE49-F238E27FC236}">
                    <a16:creationId xmlns:a16="http://schemas.microsoft.com/office/drawing/2014/main" id="{D3F0A7C6-4532-2F7D-6764-D83C829822F3}"/>
                  </a:ext>
                </a:extLst>
              </p:cNvPr>
              <p:cNvCxnSpPr>
                <a:stCxn id="194" idx="2"/>
                <a:endCxn id="183" idx="0"/>
              </p:cNvCxnSpPr>
              <p:nvPr/>
            </p:nvCxnSpPr>
            <p:spPr>
              <a:xfrm rot="16200000" flipH="1">
                <a:off x="5455368" y="4873858"/>
                <a:ext cx="209765" cy="197296"/>
              </a:xfrm>
              <a:prstGeom prst="bentConnector3">
                <a:avLst/>
              </a:prstGeom>
              <a:ln w="12700" cap="sq">
                <a:solidFill>
                  <a:srgbClr val="B48E0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  <p:cxnSp>
            <p:nvCxnSpPr>
              <p:cNvPr id="187" name="연결선: 꺾임 186">
                <a:extLst>
                  <a:ext uri="{FF2B5EF4-FFF2-40B4-BE49-F238E27FC236}">
                    <a16:creationId xmlns:a16="http://schemas.microsoft.com/office/drawing/2014/main" id="{B6DB45DC-F244-7C93-5617-0DF3BB40E05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042951" y="3827834"/>
                <a:ext cx="1998962" cy="500147"/>
              </a:xfrm>
              <a:prstGeom prst="bentConnector3">
                <a:avLst>
                  <a:gd name="adj1" fmla="val 94791"/>
                </a:avLst>
              </a:prstGeom>
              <a:ln w="12700" cap="sq">
                <a:solidFill>
                  <a:srgbClr val="A3202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  <p:cxnSp>
            <p:nvCxnSpPr>
              <p:cNvPr id="188" name="직선 화살표 연결선 187">
                <a:extLst>
                  <a:ext uri="{FF2B5EF4-FFF2-40B4-BE49-F238E27FC236}">
                    <a16:creationId xmlns:a16="http://schemas.microsoft.com/office/drawing/2014/main" id="{7BD82E14-5310-43D6-B8BB-33E28813EB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99354" y="3068244"/>
                <a:ext cx="0" cy="2008465"/>
              </a:xfrm>
              <a:prstGeom prst="straightConnector1">
                <a:avLst/>
              </a:prstGeom>
              <a:ln w="12700" cap="sq">
                <a:solidFill>
                  <a:srgbClr val="7F7F7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  <p:sp>
            <p:nvSpPr>
              <p:cNvPr id="189" name="Shape 40">
                <a:extLst>
                  <a:ext uri="{FF2B5EF4-FFF2-40B4-BE49-F238E27FC236}">
                    <a16:creationId xmlns:a16="http://schemas.microsoft.com/office/drawing/2014/main" id="{C33B82AD-4901-A6B1-212D-4FCC753D5454}"/>
                  </a:ext>
                </a:extLst>
              </p:cNvPr>
              <p:cNvSpPr/>
              <p:nvPr/>
            </p:nvSpPr>
            <p:spPr>
              <a:xfrm>
                <a:off x="4828003" y="5641080"/>
                <a:ext cx="1661789" cy="448085"/>
              </a:xfrm>
              <a:prstGeom prst="roundRect">
                <a:avLst>
                  <a:gd name="adj" fmla="val 9412"/>
                </a:avLst>
              </a:prstGeom>
              <a:solidFill>
                <a:schemeClr val="bg1">
                  <a:lumMod val="95000"/>
                </a:schemeClr>
              </a:solidFill>
              <a:ln w="1524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cxnSp>
            <p:nvCxnSpPr>
              <p:cNvPr id="190" name="직선 화살표 연결선 189">
                <a:extLst>
                  <a:ext uri="{FF2B5EF4-FFF2-40B4-BE49-F238E27FC236}">
                    <a16:creationId xmlns:a16="http://schemas.microsoft.com/office/drawing/2014/main" id="{ECFE097B-6BCB-CEC4-4737-6427E2D5AF06}"/>
                  </a:ext>
                </a:extLst>
              </p:cNvPr>
              <p:cNvCxnSpPr>
                <a:cxnSpLocks/>
                <a:stCxn id="183" idx="2"/>
                <a:endCxn id="189" idx="0"/>
              </p:cNvCxnSpPr>
              <p:nvPr/>
            </p:nvCxnSpPr>
            <p:spPr>
              <a:xfrm>
                <a:off x="5658898" y="5525474"/>
                <a:ext cx="0" cy="115606"/>
              </a:xfrm>
              <a:prstGeom prst="straightConnector1">
                <a:avLst/>
              </a:prstGeom>
              <a:ln w="12700" cap="sq">
                <a:solidFill>
                  <a:srgbClr val="7F7F7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  <p:grpSp>
            <p:nvGrpSpPr>
              <p:cNvPr id="191" name="그룹 190">
                <a:extLst>
                  <a:ext uri="{FF2B5EF4-FFF2-40B4-BE49-F238E27FC236}">
                    <a16:creationId xmlns:a16="http://schemas.microsoft.com/office/drawing/2014/main" id="{5123F1B0-26EA-4D80-4B8A-A0BF259220BA}"/>
                  </a:ext>
                </a:extLst>
              </p:cNvPr>
              <p:cNvGrpSpPr/>
              <p:nvPr/>
            </p:nvGrpSpPr>
            <p:grpSpPr>
              <a:xfrm>
                <a:off x="1378265" y="3306458"/>
                <a:ext cx="1274448" cy="1561166"/>
                <a:chOff x="1378265" y="3306458"/>
                <a:chExt cx="1274448" cy="1561166"/>
              </a:xfrm>
            </p:grpSpPr>
            <p:sp>
              <p:nvSpPr>
                <p:cNvPr id="208" name="Shape 32">
                  <a:extLst>
                    <a:ext uri="{FF2B5EF4-FFF2-40B4-BE49-F238E27FC236}">
                      <a16:creationId xmlns:a16="http://schemas.microsoft.com/office/drawing/2014/main" id="{7571B921-D067-936D-B3B6-4F2345742C28}"/>
                    </a:ext>
                  </a:extLst>
                </p:cNvPr>
                <p:cNvSpPr/>
                <p:nvPr/>
              </p:nvSpPr>
              <p:spPr>
                <a:xfrm>
                  <a:off x="1384958" y="3315466"/>
                  <a:ext cx="1267755" cy="1552158"/>
                </a:xfrm>
                <a:prstGeom prst="roundRect">
                  <a:avLst>
                    <a:gd name="adj" fmla="val 8421"/>
                  </a:avLst>
                </a:prstGeom>
                <a:solidFill>
                  <a:srgbClr val="FDF8E9"/>
                </a:solidFill>
                <a:ln w="15240">
                  <a:solidFill>
                    <a:srgbClr val="B48E04"/>
                  </a:solidFill>
                  <a:prstDash val="solid"/>
                </a:ln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altLang="ko-KR" sz="800" b="1" i="0" u="none" strike="noStrike" kern="0" cap="none" spc="0" normalizeH="0" baseline="0" noProof="0">
                    <a:ln>
                      <a:noFill/>
                    </a:ln>
                    <a:solidFill>
                      <a:srgbClr val="B48E04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  <p:sp>
              <p:nvSpPr>
                <p:cNvPr id="209" name="Shape 32">
                  <a:extLst>
                    <a:ext uri="{FF2B5EF4-FFF2-40B4-BE49-F238E27FC236}">
                      <a16:creationId xmlns:a16="http://schemas.microsoft.com/office/drawing/2014/main" id="{907FF41F-5D85-E001-28AF-15F1CF749836}"/>
                    </a:ext>
                  </a:extLst>
                </p:cNvPr>
                <p:cNvSpPr/>
                <p:nvPr/>
              </p:nvSpPr>
              <p:spPr>
                <a:xfrm>
                  <a:off x="1463657" y="3597035"/>
                  <a:ext cx="1110356" cy="331780"/>
                </a:xfrm>
                <a:prstGeom prst="roundRect">
                  <a:avLst>
                    <a:gd name="adj" fmla="val 8421"/>
                  </a:avLst>
                </a:prstGeom>
                <a:solidFill>
                  <a:srgbClr val="FDF8E9"/>
                </a:solidFill>
                <a:ln w="6350">
                  <a:solidFill>
                    <a:srgbClr val="B48E04"/>
                  </a:solidFill>
                  <a:prstDash val="lgDash"/>
                </a:ln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altLang="ko-KR" sz="700" i="0" u="none" strike="noStrike" kern="0" cap="none" spc="0" normalizeH="0" baseline="0" noProof="0" dirty="0">
                    <a:ln>
                      <a:noFill/>
                    </a:ln>
                    <a:solidFill>
                      <a:srgbClr val="B48E04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  <p:sp>
              <p:nvSpPr>
                <p:cNvPr id="210" name="Shape 32">
                  <a:extLst>
                    <a:ext uri="{FF2B5EF4-FFF2-40B4-BE49-F238E27FC236}">
                      <a16:creationId xmlns:a16="http://schemas.microsoft.com/office/drawing/2014/main" id="{4A3F66FC-FA40-C09A-DC4E-0604025D80A5}"/>
                    </a:ext>
                  </a:extLst>
                </p:cNvPr>
                <p:cNvSpPr/>
                <p:nvPr/>
              </p:nvSpPr>
              <p:spPr>
                <a:xfrm>
                  <a:off x="1463657" y="4037758"/>
                  <a:ext cx="1110356" cy="331780"/>
                </a:xfrm>
                <a:prstGeom prst="roundRect">
                  <a:avLst>
                    <a:gd name="adj" fmla="val 8421"/>
                  </a:avLst>
                </a:prstGeom>
                <a:solidFill>
                  <a:srgbClr val="FDF8E9"/>
                </a:solidFill>
                <a:ln w="6350">
                  <a:solidFill>
                    <a:srgbClr val="B48E04"/>
                  </a:solidFill>
                  <a:prstDash val="lgDash"/>
                </a:ln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altLang="ko-KR" sz="700" i="0" u="none" strike="noStrike" kern="0" cap="none" spc="0" normalizeH="0" baseline="0" noProof="0" dirty="0">
                    <a:ln>
                      <a:noFill/>
                    </a:ln>
                    <a:solidFill>
                      <a:srgbClr val="B48E04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  <p:sp>
              <p:nvSpPr>
                <p:cNvPr id="211" name="Shape 32">
                  <a:extLst>
                    <a:ext uri="{FF2B5EF4-FFF2-40B4-BE49-F238E27FC236}">
                      <a16:creationId xmlns:a16="http://schemas.microsoft.com/office/drawing/2014/main" id="{4F3C9BF2-35EF-3056-3E3A-B81303CEF62F}"/>
                    </a:ext>
                  </a:extLst>
                </p:cNvPr>
                <p:cNvSpPr/>
                <p:nvPr/>
              </p:nvSpPr>
              <p:spPr>
                <a:xfrm>
                  <a:off x="1463657" y="4478482"/>
                  <a:ext cx="1110356" cy="331780"/>
                </a:xfrm>
                <a:prstGeom prst="roundRect">
                  <a:avLst>
                    <a:gd name="adj" fmla="val 8421"/>
                  </a:avLst>
                </a:prstGeom>
                <a:solidFill>
                  <a:srgbClr val="FDF8E9"/>
                </a:solidFill>
                <a:ln w="6350">
                  <a:solidFill>
                    <a:srgbClr val="B48E04"/>
                  </a:solidFill>
                  <a:prstDash val="lgDash"/>
                </a:ln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altLang="ko-KR" sz="700" i="0" u="none" strike="noStrike" kern="0" cap="none" spc="0" normalizeH="0" baseline="0" noProof="0" dirty="0">
                    <a:ln>
                      <a:noFill/>
                    </a:ln>
                    <a:solidFill>
                      <a:srgbClr val="B48E04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  <p:sp>
              <p:nvSpPr>
                <p:cNvPr id="212" name="Shape 32">
                  <a:extLst>
                    <a:ext uri="{FF2B5EF4-FFF2-40B4-BE49-F238E27FC236}">
                      <a16:creationId xmlns:a16="http://schemas.microsoft.com/office/drawing/2014/main" id="{59F507A1-8BEC-4550-F6DA-F1828074FCC3}"/>
                    </a:ext>
                  </a:extLst>
                </p:cNvPr>
                <p:cNvSpPr/>
                <p:nvPr/>
              </p:nvSpPr>
              <p:spPr>
                <a:xfrm>
                  <a:off x="1463657" y="3382657"/>
                  <a:ext cx="1110356" cy="173408"/>
                </a:xfrm>
                <a:prstGeom prst="roundRect">
                  <a:avLst>
                    <a:gd name="adj" fmla="val 8421"/>
                  </a:avLst>
                </a:prstGeom>
                <a:noFill/>
                <a:ln w="15240">
                  <a:noFill/>
                  <a:prstDash val="solid"/>
                </a:ln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altLang="ko-KR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B48E04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  <p:cxnSp>
              <p:nvCxnSpPr>
                <p:cNvPr id="213" name="직선 화살표 연결선 212">
                  <a:extLst>
                    <a:ext uri="{FF2B5EF4-FFF2-40B4-BE49-F238E27FC236}">
                      <a16:creationId xmlns:a16="http://schemas.microsoft.com/office/drawing/2014/main" id="{22A41A85-1167-3B54-49F5-B6DCEA84B823}"/>
                    </a:ext>
                  </a:extLst>
                </p:cNvPr>
                <p:cNvCxnSpPr>
                  <a:cxnSpLocks/>
                  <a:stCxn id="209" idx="2"/>
                  <a:endCxn id="210" idx="0"/>
                </p:cNvCxnSpPr>
                <p:nvPr/>
              </p:nvCxnSpPr>
              <p:spPr>
                <a:xfrm>
                  <a:off x="2018835" y="3928815"/>
                  <a:ext cx="0" cy="108943"/>
                </a:xfrm>
                <a:prstGeom prst="straightConnector1">
                  <a:avLst/>
                </a:prstGeom>
                <a:ln w="6350" cap="sq">
                  <a:solidFill>
                    <a:srgbClr val="B48E04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</p:cxnSp>
            <p:cxnSp>
              <p:nvCxnSpPr>
                <p:cNvPr id="214" name="직선 화살표 연결선 213">
                  <a:extLst>
                    <a:ext uri="{FF2B5EF4-FFF2-40B4-BE49-F238E27FC236}">
                      <a16:creationId xmlns:a16="http://schemas.microsoft.com/office/drawing/2014/main" id="{AA2EABCE-19A8-41AD-D52E-6FD0397AEEF9}"/>
                    </a:ext>
                  </a:extLst>
                </p:cNvPr>
                <p:cNvCxnSpPr>
                  <a:cxnSpLocks/>
                  <a:stCxn id="210" idx="2"/>
                  <a:endCxn id="211" idx="0"/>
                </p:cNvCxnSpPr>
                <p:nvPr/>
              </p:nvCxnSpPr>
              <p:spPr>
                <a:xfrm>
                  <a:off x="2018835" y="4369538"/>
                  <a:ext cx="0" cy="108944"/>
                </a:xfrm>
                <a:prstGeom prst="straightConnector1">
                  <a:avLst/>
                </a:prstGeom>
                <a:ln w="6350" cap="sq">
                  <a:solidFill>
                    <a:srgbClr val="B48E04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</p:cxnSp>
            <p:sp>
              <p:nvSpPr>
                <p:cNvPr id="215" name="타원 214">
                  <a:extLst>
                    <a:ext uri="{FF2B5EF4-FFF2-40B4-BE49-F238E27FC236}">
                      <a16:creationId xmlns:a16="http://schemas.microsoft.com/office/drawing/2014/main" id="{20F0055A-C8AA-1233-E69C-2FFB7B6DF817}"/>
                    </a:ext>
                  </a:extLst>
                </p:cNvPr>
                <p:cNvSpPr/>
                <p:nvPr/>
              </p:nvSpPr>
              <p:spPr>
                <a:xfrm>
                  <a:off x="1378265" y="3306458"/>
                  <a:ext cx="172252" cy="172177"/>
                </a:xfrm>
                <a:prstGeom prst="ellipse">
                  <a:avLst/>
                </a:prstGeom>
                <a:solidFill>
                  <a:srgbClr val="B48E04"/>
                </a:solidFill>
                <a:ln>
                  <a:noFill/>
                </a:ln>
              </p:spPr>
              <p:style>
                <a:lnRef idx="0">
                  <a:schemeClr val="accent1"/>
                </a:lnRef>
                <a:fillRef idx="1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altLang="ko-KR" sz="1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Noto Sans KR"/>
                      <a:ea typeface="Noto Sans KR"/>
                      <a:cs typeface="+mn-cs"/>
                      <a:sym typeface="Arial"/>
                    </a:rPr>
                    <a:t>1</a:t>
                  </a:r>
                  <a:endParaRPr kumimoji="0" lang="ko-KR" alt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 KR"/>
                    <a:ea typeface="Noto Sans KR"/>
                    <a:cs typeface="+mn-cs"/>
                    <a:sym typeface="Arial"/>
                  </a:endParaRPr>
                </a:p>
              </p:txBody>
            </p:sp>
          </p:grpSp>
          <p:grpSp>
            <p:nvGrpSpPr>
              <p:cNvPr id="192" name="그룹 191">
                <a:extLst>
                  <a:ext uri="{FF2B5EF4-FFF2-40B4-BE49-F238E27FC236}">
                    <a16:creationId xmlns:a16="http://schemas.microsoft.com/office/drawing/2014/main" id="{D1602EC8-E117-CE5D-F91A-5D7784B6A03A}"/>
                  </a:ext>
                </a:extLst>
              </p:cNvPr>
              <p:cNvGrpSpPr/>
              <p:nvPr/>
            </p:nvGrpSpPr>
            <p:grpSpPr>
              <a:xfrm>
                <a:off x="3106757" y="3315466"/>
                <a:ext cx="1267200" cy="1552158"/>
                <a:chOff x="3106757" y="3315466"/>
                <a:chExt cx="1267200" cy="1552158"/>
              </a:xfrm>
            </p:grpSpPr>
            <p:sp>
              <p:nvSpPr>
                <p:cNvPr id="200" name="Shape 32">
                  <a:extLst>
                    <a:ext uri="{FF2B5EF4-FFF2-40B4-BE49-F238E27FC236}">
                      <a16:creationId xmlns:a16="http://schemas.microsoft.com/office/drawing/2014/main" id="{C9BCB7B0-1FE7-30D3-94C7-452CAAB948AE}"/>
                    </a:ext>
                  </a:extLst>
                </p:cNvPr>
                <p:cNvSpPr/>
                <p:nvPr/>
              </p:nvSpPr>
              <p:spPr>
                <a:xfrm>
                  <a:off x="3106757" y="3315466"/>
                  <a:ext cx="1267200" cy="1552158"/>
                </a:xfrm>
                <a:prstGeom prst="roundRect">
                  <a:avLst>
                    <a:gd name="adj" fmla="val 8421"/>
                  </a:avLst>
                </a:prstGeom>
                <a:solidFill>
                  <a:srgbClr val="FDF8E9"/>
                </a:solidFill>
                <a:ln w="15240">
                  <a:solidFill>
                    <a:srgbClr val="B48E04"/>
                  </a:solidFill>
                  <a:prstDash val="solid"/>
                </a:ln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altLang="ko-KR" sz="800" b="1" i="0" u="none" strike="noStrike" kern="0" cap="none" spc="0" normalizeH="0" baseline="0" noProof="0">
                    <a:ln>
                      <a:noFill/>
                    </a:ln>
                    <a:solidFill>
                      <a:srgbClr val="B48E04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  <p:sp>
              <p:nvSpPr>
                <p:cNvPr id="201" name="Shape 32">
                  <a:extLst>
                    <a:ext uri="{FF2B5EF4-FFF2-40B4-BE49-F238E27FC236}">
                      <a16:creationId xmlns:a16="http://schemas.microsoft.com/office/drawing/2014/main" id="{5DA75035-0A17-713F-B3FB-15B56C25FBAC}"/>
                    </a:ext>
                  </a:extLst>
                </p:cNvPr>
                <p:cNvSpPr/>
                <p:nvPr/>
              </p:nvSpPr>
              <p:spPr>
                <a:xfrm>
                  <a:off x="3185957" y="3597034"/>
                  <a:ext cx="1108800" cy="331200"/>
                </a:xfrm>
                <a:prstGeom prst="roundRect">
                  <a:avLst>
                    <a:gd name="adj" fmla="val 8421"/>
                  </a:avLst>
                </a:prstGeom>
                <a:solidFill>
                  <a:srgbClr val="FDF8E9"/>
                </a:solidFill>
                <a:ln w="6350">
                  <a:solidFill>
                    <a:srgbClr val="B48E04"/>
                  </a:solidFill>
                  <a:prstDash val="lgDash"/>
                </a:ln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altLang="ko-KR" sz="700" i="0" u="none" strike="noStrike" kern="0" cap="none" spc="0" normalizeH="0" baseline="0" noProof="0" dirty="0">
                    <a:ln>
                      <a:noFill/>
                    </a:ln>
                    <a:solidFill>
                      <a:srgbClr val="B48E04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  <p:sp>
              <p:nvSpPr>
                <p:cNvPr id="202" name="Shape 32">
                  <a:extLst>
                    <a:ext uri="{FF2B5EF4-FFF2-40B4-BE49-F238E27FC236}">
                      <a16:creationId xmlns:a16="http://schemas.microsoft.com/office/drawing/2014/main" id="{2777797B-C6D1-1263-1B81-39D5D8C790F6}"/>
                    </a:ext>
                  </a:extLst>
                </p:cNvPr>
                <p:cNvSpPr/>
                <p:nvPr/>
              </p:nvSpPr>
              <p:spPr>
                <a:xfrm>
                  <a:off x="3185957" y="4037758"/>
                  <a:ext cx="1108800" cy="331200"/>
                </a:xfrm>
                <a:prstGeom prst="roundRect">
                  <a:avLst>
                    <a:gd name="adj" fmla="val 8421"/>
                  </a:avLst>
                </a:prstGeom>
                <a:solidFill>
                  <a:srgbClr val="FDF8E9"/>
                </a:solidFill>
                <a:ln w="6350">
                  <a:solidFill>
                    <a:srgbClr val="B48E04"/>
                  </a:solidFill>
                  <a:prstDash val="lgDash"/>
                </a:ln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altLang="ko-KR" sz="700" i="0" u="none" strike="noStrike" kern="0" cap="none" spc="0" normalizeH="0" baseline="0" noProof="0" dirty="0">
                    <a:ln>
                      <a:noFill/>
                    </a:ln>
                    <a:solidFill>
                      <a:srgbClr val="B48E04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Shape 32">
                  <a:extLst>
                    <a:ext uri="{FF2B5EF4-FFF2-40B4-BE49-F238E27FC236}">
                      <a16:creationId xmlns:a16="http://schemas.microsoft.com/office/drawing/2014/main" id="{585F08D1-5341-E546-238A-F7467F1B1504}"/>
                    </a:ext>
                  </a:extLst>
                </p:cNvPr>
                <p:cNvSpPr/>
                <p:nvPr/>
              </p:nvSpPr>
              <p:spPr>
                <a:xfrm>
                  <a:off x="3185957" y="4478508"/>
                  <a:ext cx="1108800" cy="331200"/>
                </a:xfrm>
                <a:prstGeom prst="roundRect">
                  <a:avLst>
                    <a:gd name="adj" fmla="val 8421"/>
                  </a:avLst>
                </a:prstGeom>
                <a:solidFill>
                  <a:srgbClr val="FDF8E9"/>
                </a:solidFill>
                <a:ln w="6350">
                  <a:solidFill>
                    <a:srgbClr val="B48E04"/>
                  </a:solidFill>
                  <a:prstDash val="lgDash"/>
                </a:ln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altLang="ko-KR" sz="700" i="0" u="none" strike="noStrike" kern="0" cap="none" spc="0" normalizeH="0" baseline="0" noProof="0" dirty="0">
                    <a:ln>
                      <a:noFill/>
                    </a:ln>
                    <a:solidFill>
                      <a:srgbClr val="B48E04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  <p:sp>
              <p:nvSpPr>
                <p:cNvPr id="204" name="Shape 32">
                  <a:extLst>
                    <a:ext uri="{FF2B5EF4-FFF2-40B4-BE49-F238E27FC236}">
                      <a16:creationId xmlns:a16="http://schemas.microsoft.com/office/drawing/2014/main" id="{59425991-131D-6EA5-844F-9B11464E7E07}"/>
                    </a:ext>
                  </a:extLst>
                </p:cNvPr>
                <p:cNvSpPr/>
                <p:nvPr/>
              </p:nvSpPr>
              <p:spPr>
                <a:xfrm>
                  <a:off x="3185957" y="3382657"/>
                  <a:ext cx="1108800" cy="173408"/>
                </a:xfrm>
                <a:prstGeom prst="roundRect">
                  <a:avLst>
                    <a:gd name="adj" fmla="val 8421"/>
                  </a:avLst>
                </a:prstGeom>
                <a:noFill/>
                <a:ln w="15240">
                  <a:noFill/>
                  <a:prstDash val="solid"/>
                </a:ln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altLang="ko-KR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B48E04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  <p:cxnSp>
              <p:nvCxnSpPr>
                <p:cNvPr id="205" name="직선 화살표 연결선 204">
                  <a:extLst>
                    <a:ext uri="{FF2B5EF4-FFF2-40B4-BE49-F238E27FC236}">
                      <a16:creationId xmlns:a16="http://schemas.microsoft.com/office/drawing/2014/main" id="{ABC35C49-878A-CA87-66D9-AC938404FFA7}"/>
                    </a:ext>
                  </a:extLst>
                </p:cNvPr>
                <p:cNvCxnSpPr>
                  <a:cxnSpLocks/>
                  <a:stCxn id="201" idx="2"/>
                  <a:endCxn id="202" idx="0"/>
                </p:cNvCxnSpPr>
                <p:nvPr/>
              </p:nvCxnSpPr>
              <p:spPr>
                <a:xfrm>
                  <a:off x="3740357" y="3928234"/>
                  <a:ext cx="0" cy="109524"/>
                </a:xfrm>
                <a:prstGeom prst="straightConnector1">
                  <a:avLst/>
                </a:prstGeom>
                <a:ln w="6350" cap="sq">
                  <a:solidFill>
                    <a:srgbClr val="B48E04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</p:cxnSp>
            <p:cxnSp>
              <p:nvCxnSpPr>
                <p:cNvPr id="206" name="직선 화살표 연결선 205">
                  <a:extLst>
                    <a:ext uri="{FF2B5EF4-FFF2-40B4-BE49-F238E27FC236}">
                      <a16:creationId xmlns:a16="http://schemas.microsoft.com/office/drawing/2014/main" id="{5FEC27DF-EC20-C548-AABB-26C05E3913CF}"/>
                    </a:ext>
                  </a:extLst>
                </p:cNvPr>
                <p:cNvCxnSpPr>
                  <a:cxnSpLocks/>
                  <a:stCxn id="202" idx="2"/>
                  <a:endCxn id="203" idx="0"/>
                </p:cNvCxnSpPr>
                <p:nvPr/>
              </p:nvCxnSpPr>
              <p:spPr>
                <a:xfrm>
                  <a:off x="3740357" y="4368958"/>
                  <a:ext cx="0" cy="109550"/>
                </a:xfrm>
                <a:prstGeom prst="straightConnector1">
                  <a:avLst/>
                </a:prstGeom>
                <a:ln w="6350" cap="sq">
                  <a:solidFill>
                    <a:srgbClr val="B48E04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</p:cxnSp>
            <p:sp>
              <p:nvSpPr>
                <p:cNvPr id="207" name="타원 206">
                  <a:extLst>
                    <a:ext uri="{FF2B5EF4-FFF2-40B4-BE49-F238E27FC236}">
                      <a16:creationId xmlns:a16="http://schemas.microsoft.com/office/drawing/2014/main" id="{048C92FB-6946-282E-D1F1-0238F82A462A}"/>
                    </a:ext>
                  </a:extLst>
                </p:cNvPr>
                <p:cNvSpPr/>
                <p:nvPr/>
              </p:nvSpPr>
              <p:spPr>
                <a:xfrm>
                  <a:off x="3106759" y="3315466"/>
                  <a:ext cx="172252" cy="172177"/>
                </a:xfrm>
                <a:prstGeom prst="ellipse">
                  <a:avLst/>
                </a:prstGeom>
                <a:solidFill>
                  <a:srgbClr val="B48E04"/>
                </a:solidFill>
                <a:ln>
                  <a:noFill/>
                </a:ln>
              </p:spPr>
              <p:style>
                <a:lnRef idx="0">
                  <a:schemeClr val="accent1"/>
                </a:lnRef>
                <a:fillRef idx="1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altLang="ko-KR" sz="1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Noto Sans KR"/>
                      <a:ea typeface="Noto Sans KR"/>
                      <a:cs typeface="+mn-cs"/>
                      <a:sym typeface="Arial"/>
                    </a:rPr>
                    <a:t>2</a:t>
                  </a:r>
                  <a:endParaRPr kumimoji="0" lang="ko-KR" alt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 KR"/>
                    <a:ea typeface="Noto Sans KR"/>
                    <a:cs typeface="+mn-cs"/>
                    <a:sym typeface="Arial"/>
                  </a:endParaRPr>
                </a:p>
              </p:txBody>
            </p:sp>
          </p:grpSp>
          <p:grpSp>
            <p:nvGrpSpPr>
              <p:cNvPr id="193" name="그룹 192">
                <a:extLst>
                  <a:ext uri="{FF2B5EF4-FFF2-40B4-BE49-F238E27FC236}">
                    <a16:creationId xmlns:a16="http://schemas.microsoft.com/office/drawing/2014/main" id="{3BFE774C-9682-AFB0-E958-6B17986520E3}"/>
                  </a:ext>
                </a:extLst>
              </p:cNvPr>
              <p:cNvGrpSpPr/>
              <p:nvPr/>
            </p:nvGrpSpPr>
            <p:grpSpPr>
              <a:xfrm>
                <a:off x="4823818" y="3311298"/>
                <a:ext cx="1271384" cy="1556326"/>
                <a:chOff x="4823818" y="3311298"/>
                <a:chExt cx="1271384" cy="1556326"/>
              </a:xfrm>
            </p:grpSpPr>
            <p:sp>
              <p:nvSpPr>
                <p:cNvPr id="194" name="Shape 32">
                  <a:extLst>
                    <a:ext uri="{FF2B5EF4-FFF2-40B4-BE49-F238E27FC236}">
                      <a16:creationId xmlns:a16="http://schemas.microsoft.com/office/drawing/2014/main" id="{D225A1EA-570A-DE1E-B3F4-73BDB8DCFE74}"/>
                    </a:ext>
                  </a:extLst>
                </p:cNvPr>
                <p:cNvSpPr/>
                <p:nvPr/>
              </p:nvSpPr>
              <p:spPr>
                <a:xfrm>
                  <a:off x="4828002" y="3315466"/>
                  <a:ext cx="1267200" cy="1552158"/>
                </a:xfrm>
                <a:prstGeom prst="roundRect">
                  <a:avLst>
                    <a:gd name="adj" fmla="val 8421"/>
                  </a:avLst>
                </a:prstGeom>
                <a:solidFill>
                  <a:srgbClr val="FDF8E9"/>
                </a:solidFill>
                <a:ln w="15240">
                  <a:solidFill>
                    <a:srgbClr val="B48E04"/>
                  </a:solidFill>
                  <a:prstDash val="solid"/>
                </a:ln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altLang="ko-KR" sz="800" b="1" i="0" u="none" strike="noStrike" kern="0" cap="none" spc="0" normalizeH="0" baseline="0" noProof="0">
                    <a:ln>
                      <a:noFill/>
                    </a:ln>
                    <a:solidFill>
                      <a:srgbClr val="B48E04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  <p:sp>
              <p:nvSpPr>
                <p:cNvPr id="195" name="Shape 32">
                  <a:extLst>
                    <a:ext uri="{FF2B5EF4-FFF2-40B4-BE49-F238E27FC236}">
                      <a16:creationId xmlns:a16="http://schemas.microsoft.com/office/drawing/2014/main" id="{150DBC47-3DAC-918A-184B-E6BA74B2C8F5}"/>
                    </a:ext>
                  </a:extLst>
                </p:cNvPr>
                <p:cNvSpPr/>
                <p:nvPr/>
              </p:nvSpPr>
              <p:spPr>
                <a:xfrm>
                  <a:off x="4907202" y="3597059"/>
                  <a:ext cx="1108800" cy="546917"/>
                </a:xfrm>
                <a:prstGeom prst="roundRect">
                  <a:avLst>
                    <a:gd name="adj" fmla="val 8421"/>
                  </a:avLst>
                </a:prstGeom>
                <a:solidFill>
                  <a:srgbClr val="FDF8E9"/>
                </a:solidFill>
                <a:ln w="6350">
                  <a:solidFill>
                    <a:srgbClr val="B48E04"/>
                  </a:solidFill>
                  <a:prstDash val="lgDash"/>
                </a:ln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altLang="ko-KR" sz="700" i="0" u="none" strike="noStrike" kern="0" cap="none" spc="0" normalizeH="0" baseline="0" noProof="0" dirty="0">
                    <a:ln>
                      <a:noFill/>
                    </a:ln>
                    <a:solidFill>
                      <a:srgbClr val="B48E04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Shape 32">
                  <a:extLst>
                    <a:ext uri="{FF2B5EF4-FFF2-40B4-BE49-F238E27FC236}">
                      <a16:creationId xmlns:a16="http://schemas.microsoft.com/office/drawing/2014/main" id="{0D8F3E9E-C063-575B-0102-517C2F438AFB}"/>
                    </a:ext>
                  </a:extLst>
                </p:cNvPr>
                <p:cNvSpPr/>
                <p:nvPr/>
              </p:nvSpPr>
              <p:spPr>
                <a:xfrm>
                  <a:off x="4907202" y="4261645"/>
                  <a:ext cx="1108800" cy="548063"/>
                </a:xfrm>
                <a:prstGeom prst="roundRect">
                  <a:avLst>
                    <a:gd name="adj" fmla="val 8421"/>
                  </a:avLst>
                </a:prstGeom>
                <a:solidFill>
                  <a:srgbClr val="FDF8E9"/>
                </a:solidFill>
                <a:ln w="6350">
                  <a:solidFill>
                    <a:srgbClr val="B48E04"/>
                  </a:solidFill>
                  <a:prstDash val="lgDash"/>
                </a:ln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altLang="ko-KR" sz="700" i="0" u="none" strike="noStrike" kern="0" cap="none" spc="0" normalizeH="0" baseline="0" noProof="0" dirty="0">
                    <a:ln>
                      <a:noFill/>
                    </a:ln>
                    <a:solidFill>
                      <a:srgbClr val="B48E04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  <p:sp>
              <p:nvSpPr>
                <p:cNvPr id="197" name="Shape 32">
                  <a:extLst>
                    <a:ext uri="{FF2B5EF4-FFF2-40B4-BE49-F238E27FC236}">
                      <a16:creationId xmlns:a16="http://schemas.microsoft.com/office/drawing/2014/main" id="{5894280A-4E99-C0C4-7CF8-06130FDC0F2B}"/>
                    </a:ext>
                  </a:extLst>
                </p:cNvPr>
                <p:cNvSpPr/>
                <p:nvPr/>
              </p:nvSpPr>
              <p:spPr>
                <a:xfrm>
                  <a:off x="4907202" y="3382657"/>
                  <a:ext cx="1108800" cy="173408"/>
                </a:xfrm>
                <a:prstGeom prst="roundRect">
                  <a:avLst>
                    <a:gd name="adj" fmla="val 8421"/>
                  </a:avLst>
                </a:prstGeom>
                <a:noFill/>
                <a:ln w="15240">
                  <a:noFill/>
                  <a:prstDash val="solid"/>
                </a:ln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altLang="ko-KR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B48E04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endParaRPr>
                </a:p>
              </p:txBody>
            </p:sp>
            <p:cxnSp>
              <p:nvCxnSpPr>
                <p:cNvPr id="198" name="직선 화살표 연결선 197">
                  <a:extLst>
                    <a:ext uri="{FF2B5EF4-FFF2-40B4-BE49-F238E27FC236}">
                      <a16:creationId xmlns:a16="http://schemas.microsoft.com/office/drawing/2014/main" id="{D32C5584-54BE-246C-497A-B4535AC3E38D}"/>
                    </a:ext>
                  </a:extLst>
                </p:cNvPr>
                <p:cNvCxnSpPr>
                  <a:cxnSpLocks/>
                  <a:stCxn id="195" idx="2"/>
                  <a:endCxn id="196" idx="0"/>
                </p:cNvCxnSpPr>
                <p:nvPr/>
              </p:nvCxnSpPr>
              <p:spPr>
                <a:xfrm>
                  <a:off x="5461602" y="4143976"/>
                  <a:ext cx="0" cy="117669"/>
                </a:xfrm>
                <a:prstGeom prst="straightConnector1">
                  <a:avLst/>
                </a:prstGeom>
                <a:ln w="6350" cap="sq">
                  <a:solidFill>
                    <a:srgbClr val="B48E04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</p:cxnSp>
            <p:sp>
              <p:nvSpPr>
                <p:cNvPr id="199" name="타원 198">
                  <a:extLst>
                    <a:ext uri="{FF2B5EF4-FFF2-40B4-BE49-F238E27FC236}">
                      <a16:creationId xmlns:a16="http://schemas.microsoft.com/office/drawing/2014/main" id="{0D71DFA9-E547-A98D-00CB-2977C3D5F9C5}"/>
                    </a:ext>
                  </a:extLst>
                </p:cNvPr>
                <p:cNvSpPr/>
                <p:nvPr/>
              </p:nvSpPr>
              <p:spPr>
                <a:xfrm>
                  <a:off x="4823818" y="3311298"/>
                  <a:ext cx="172252" cy="172177"/>
                </a:xfrm>
                <a:prstGeom prst="ellipse">
                  <a:avLst/>
                </a:prstGeom>
                <a:solidFill>
                  <a:srgbClr val="B48E04"/>
                </a:solidFill>
                <a:ln>
                  <a:noFill/>
                </a:ln>
              </p:spPr>
              <p:style>
                <a:lnRef idx="0">
                  <a:schemeClr val="accent1"/>
                </a:lnRef>
                <a:fillRef idx="1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altLang="ko-KR" sz="1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Noto Sans KR"/>
                      <a:ea typeface="Noto Sans KR"/>
                      <a:cs typeface="+mn-cs"/>
                      <a:sym typeface="Arial"/>
                    </a:rPr>
                    <a:t>3</a:t>
                  </a:r>
                  <a:endParaRPr kumimoji="0" lang="ko-KR" alt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 KR"/>
                    <a:ea typeface="Noto Sans KR"/>
                    <a:cs typeface="+mn-cs"/>
                    <a:sym typeface="Arial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70935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F67AF-72C1-4690-5F94-922F139E0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C2D5AA1-B4E7-E73B-FCAB-7D9C5B0082A1}"/>
              </a:ext>
            </a:extLst>
          </p:cNvPr>
          <p:cNvSpPr/>
          <p:nvPr/>
        </p:nvSpPr>
        <p:spPr>
          <a:xfrm>
            <a:off x="8459539" y="752473"/>
            <a:ext cx="3446532" cy="2789379"/>
          </a:xfrm>
          <a:prstGeom prst="roundRect">
            <a:avLst>
              <a:gd name="adj" fmla="val 2881"/>
            </a:avLst>
          </a:prstGeom>
          <a:solidFill>
            <a:srgbClr val="F3F3F3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D8050E2-888E-F534-F180-588CA7676F3D}"/>
              </a:ext>
            </a:extLst>
          </p:cNvPr>
          <p:cNvSpPr/>
          <p:nvPr/>
        </p:nvSpPr>
        <p:spPr>
          <a:xfrm>
            <a:off x="206002" y="752473"/>
            <a:ext cx="7810237" cy="2789379"/>
          </a:xfrm>
          <a:prstGeom prst="roundRect">
            <a:avLst>
              <a:gd name="adj" fmla="val 2881"/>
            </a:avLst>
          </a:prstGeom>
          <a:solidFill>
            <a:srgbClr val="F3F3F3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7636AD16-4BD4-0A4E-9BEA-6389EAC37DFA}"/>
              </a:ext>
            </a:extLst>
          </p:cNvPr>
          <p:cNvSpPr/>
          <p:nvPr/>
        </p:nvSpPr>
        <p:spPr>
          <a:xfrm>
            <a:off x="0" y="0"/>
            <a:ext cx="12192000" cy="600075"/>
          </a:xfrm>
          <a:prstGeom prst="rect">
            <a:avLst/>
          </a:prstGeom>
          <a:solidFill>
            <a:srgbClr val="A32020">
              <a:alpha val="90000"/>
            </a:srgb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88000" tIns="36000" rIns="288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/>
                <a:ea typeface="Noto Sans KR"/>
                <a:cs typeface="+mn-cs"/>
                <a:sym typeface="Arial"/>
              </a:rPr>
              <a:t>□ 별첨 </a:t>
            </a:r>
            <a:r>
              <a:rPr kumimoji="0" lang="en-US" altLang="ko-KR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/>
                <a:ea typeface="Noto Sans KR"/>
                <a:cs typeface="+mn-cs"/>
                <a:sym typeface="Arial"/>
              </a:rPr>
              <a:t>: Agent </a:t>
            </a:r>
            <a:r>
              <a:rPr kumimoji="0" lang="ko-KR" alt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/>
                <a:ea typeface="Noto Sans KR"/>
                <a:cs typeface="+mn-cs"/>
                <a:sym typeface="Arial"/>
              </a:rPr>
              <a:t>정의서</a:t>
            </a:r>
            <a:endParaRPr kumimoji="0" lang="en-US" altLang="ko-KR" sz="16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KR"/>
              <a:ea typeface="Noto Sans KR"/>
              <a:cs typeface="+mn-cs"/>
              <a:sym typeface="Arial"/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FF7E5045-4179-F98B-A700-B77198C027D4}"/>
              </a:ext>
            </a:extLst>
          </p:cNvPr>
          <p:cNvSpPr/>
          <p:nvPr/>
        </p:nvSpPr>
        <p:spPr>
          <a:xfrm>
            <a:off x="8725250" y="147637"/>
            <a:ext cx="3257199" cy="3429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/>
                <a:ea typeface="Noto Sans KR"/>
                <a:cs typeface="+mn-cs"/>
                <a:sym typeface="Arial"/>
              </a:rPr>
              <a:t>작성일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/>
                <a:ea typeface="Noto Sans KR"/>
                <a:cs typeface="+mn-cs"/>
                <a:sym typeface="Arial"/>
              </a:rPr>
              <a:t>: 2026.01.01   |  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/>
                <a:ea typeface="Noto Sans KR"/>
                <a:cs typeface="+mn-cs"/>
                <a:sym typeface="Arial"/>
              </a:rPr>
              <a:t>작성자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/>
                <a:ea typeface="Noto Sans KR"/>
                <a:cs typeface="+mn-cs"/>
                <a:sym typeface="Arial"/>
              </a:rPr>
              <a:t>: PwC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/>
                <a:ea typeface="Noto Sans KR"/>
                <a:cs typeface="+mn-cs"/>
                <a:sym typeface="Arial"/>
              </a:rPr>
              <a:t>홍길동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3E6430D-EDB8-408D-F6A7-646E91FF93E1}"/>
              </a:ext>
            </a:extLst>
          </p:cNvPr>
          <p:cNvSpPr/>
          <p:nvPr/>
        </p:nvSpPr>
        <p:spPr>
          <a:xfrm>
            <a:off x="2476376" y="118983"/>
            <a:ext cx="1867480" cy="373203"/>
          </a:xfrm>
          <a:prstGeom prst="rect">
            <a:avLst/>
          </a:prstGeom>
          <a:solidFill>
            <a:srgbClr val="FEF8F8"/>
          </a:solidFill>
          <a:ln w="28575">
            <a:solidFill>
              <a:srgbClr val="AC363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ko-KR" sz="1200" b="1">
                <a:solidFill>
                  <a:srgbClr val="AC3636"/>
                </a:solidFill>
                <a:latin typeface="+mn-ea"/>
              </a:rPr>
              <a:t>AGENT </a:t>
            </a:r>
            <a:r>
              <a:rPr lang="ko-KR" altLang="en-US" sz="1200" b="1">
                <a:solidFill>
                  <a:srgbClr val="AC3636"/>
                </a:solidFill>
                <a:latin typeface="+mn-ea"/>
              </a:rPr>
              <a:t>별로 </a:t>
            </a:r>
            <a:r>
              <a:rPr lang="en-US" altLang="ko-KR" sz="1200" b="1">
                <a:solidFill>
                  <a:srgbClr val="AC3636"/>
                </a:solidFill>
                <a:latin typeface="+mn-ea"/>
              </a:rPr>
              <a:t>1</a:t>
            </a:r>
            <a:r>
              <a:rPr lang="ko-KR" altLang="en-US" sz="1200" b="1">
                <a:solidFill>
                  <a:srgbClr val="AC3636"/>
                </a:solidFill>
                <a:latin typeface="+mn-ea"/>
              </a:rPr>
              <a:t>장씩 생성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BAD6C9D-DF40-9D91-E01E-E11EED726582}"/>
              </a:ext>
            </a:extLst>
          </p:cNvPr>
          <p:cNvSpPr/>
          <p:nvPr/>
        </p:nvSpPr>
        <p:spPr>
          <a:xfrm>
            <a:off x="746173" y="892799"/>
            <a:ext cx="2906363" cy="3429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Agent </a:t>
            </a:r>
            <a:r>
              <a:rPr lang="ko-KR" altLang="en-US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개요</a:t>
            </a:r>
            <a:endParaRPr lang="ko-KR" altLang="en-US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95B5DAA5-0C8C-2CB1-CAED-6B0DECAB73E0}"/>
              </a:ext>
            </a:extLst>
          </p:cNvPr>
          <p:cNvSpPr/>
          <p:nvPr/>
        </p:nvSpPr>
        <p:spPr>
          <a:xfrm>
            <a:off x="429108" y="927724"/>
            <a:ext cx="247757" cy="247650"/>
          </a:xfrm>
          <a:prstGeom prst="ellipse">
            <a:avLst/>
          </a:prstGeom>
          <a:solidFill>
            <a:srgbClr val="A32020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ko-KR" sz="1200" b="1">
                <a:solidFill>
                  <a:schemeClr val="bg1"/>
                </a:solidFill>
              </a:rPr>
              <a:t>1</a:t>
            </a:r>
            <a:endParaRPr lang="ko-KR" altLang="en-US" sz="1200" b="1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683CC7B-E970-1389-625D-53A060C056A9}"/>
              </a:ext>
            </a:extLst>
          </p:cNvPr>
          <p:cNvSpPr/>
          <p:nvPr/>
        </p:nvSpPr>
        <p:spPr>
          <a:xfrm>
            <a:off x="746173" y="1331623"/>
            <a:ext cx="1401817" cy="280868"/>
          </a:xfrm>
          <a:prstGeom prst="rect">
            <a:avLst/>
          </a:prstGeom>
          <a:noFill/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lnSpc>
                <a:spcPct val="10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altLang="ko-KR" sz="1300" b="1">
                <a:solidFill>
                  <a:sysClr val="windowText" lastClr="000000"/>
                </a:solidFill>
              </a:rPr>
              <a:t>Agent </a:t>
            </a:r>
            <a:r>
              <a:rPr lang="ko-KR" altLang="en-US" sz="1300" b="1">
                <a:solidFill>
                  <a:sysClr val="windowText" lastClr="000000"/>
                </a:solidFill>
              </a:rPr>
              <a:t>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5F7B37-2664-AB3D-4198-100DD79FE721}"/>
              </a:ext>
            </a:extLst>
          </p:cNvPr>
          <p:cNvSpPr/>
          <p:nvPr/>
        </p:nvSpPr>
        <p:spPr>
          <a:xfrm>
            <a:off x="746173" y="1687017"/>
            <a:ext cx="5036879" cy="471389"/>
          </a:xfrm>
          <a:prstGeom prst="rect">
            <a:avLst/>
          </a:prstGeom>
          <a:solidFill>
            <a:schemeClr val="bg1">
              <a:alpha val="9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36000" rIns="180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lnSpc>
                <a:spcPct val="1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100" err="1">
                <a:solidFill>
                  <a:sysClr val="windowText" lastClr="000000"/>
                </a:solidFill>
              </a:rPr>
              <a:t>ㅇㅇ</a:t>
            </a:r>
            <a:endParaRPr lang="ko-KR" altLang="en-US" sz="1100">
              <a:solidFill>
                <a:sysClr val="windowText" lastClr="000000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A388F85-D482-4656-CF6E-962F0014DFA6}"/>
              </a:ext>
            </a:extLst>
          </p:cNvPr>
          <p:cNvGrpSpPr/>
          <p:nvPr/>
        </p:nvGrpSpPr>
        <p:grpSpPr>
          <a:xfrm>
            <a:off x="6072047" y="1330978"/>
            <a:ext cx="1401817" cy="852970"/>
            <a:chOff x="746173" y="2098672"/>
            <a:chExt cx="1401817" cy="85297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1F1EF6E-DB3F-C683-D941-8BC325250A73}"/>
                </a:ext>
              </a:extLst>
            </p:cNvPr>
            <p:cNvSpPr/>
            <p:nvPr/>
          </p:nvSpPr>
          <p:spPr>
            <a:xfrm>
              <a:off x="746173" y="2098672"/>
              <a:ext cx="1401817" cy="280868"/>
            </a:xfrm>
            <a:prstGeom prst="rect">
              <a:avLst/>
            </a:prstGeom>
            <a:noFill/>
            <a:ln w="3175"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lnSpc>
                  <a:spcPct val="100000"/>
                </a:lnSpc>
                <a:spcAft>
                  <a:spcPts val="1200"/>
                </a:spcAft>
                <a:buFont typeface="Wingdings" panose="05000000000000000000" pitchFamily="2" charset="2"/>
                <a:buChar char="ü"/>
              </a:pPr>
              <a:r>
                <a:rPr lang="en-US" altLang="ko-KR" sz="1300" b="1">
                  <a:solidFill>
                    <a:sysClr val="windowText" lastClr="000000"/>
                  </a:solidFill>
                </a:rPr>
                <a:t>Agent </a:t>
              </a:r>
              <a:r>
                <a:rPr lang="ko-KR" altLang="en-US" sz="1300" b="1">
                  <a:solidFill>
                    <a:sysClr val="windowText" lastClr="000000"/>
                  </a:solidFill>
                </a:rPr>
                <a:t>유형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214CF3-8DE3-D356-20D8-3AF5992690A2}"/>
                </a:ext>
              </a:extLst>
            </p:cNvPr>
            <p:cNvSpPr/>
            <p:nvPr/>
          </p:nvSpPr>
          <p:spPr>
            <a:xfrm>
              <a:off x="900478" y="2482868"/>
              <a:ext cx="158723" cy="157414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0F3A48F4-0F9A-CB33-18BF-70E2E0A515B2}"/>
                </a:ext>
              </a:extLst>
            </p:cNvPr>
            <p:cNvSpPr/>
            <p:nvPr/>
          </p:nvSpPr>
          <p:spPr>
            <a:xfrm>
              <a:off x="900478" y="2763695"/>
              <a:ext cx="158723" cy="157414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CC9472A-558A-8A3A-8B4B-C87FA31E8FE9}"/>
                </a:ext>
              </a:extLst>
            </p:cNvPr>
            <p:cNvSpPr/>
            <p:nvPr/>
          </p:nvSpPr>
          <p:spPr>
            <a:xfrm>
              <a:off x="1168702" y="2454066"/>
              <a:ext cx="788165" cy="497576"/>
            </a:xfrm>
            <a:prstGeom prst="rect">
              <a:avLst/>
            </a:prstGeom>
            <a:noFill/>
            <a:ln w="3175"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0000"/>
                </a:lnSpc>
                <a:spcAft>
                  <a:spcPts val="600"/>
                </a:spcAft>
              </a:pPr>
              <a:r>
                <a:rPr lang="en-US" altLang="ko-KR" sz="1200">
                  <a:solidFill>
                    <a:sysClr val="windowText" lastClr="000000"/>
                  </a:solidFill>
                </a:rPr>
                <a:t>Senior AI</a:t>
              </a:r>
            </a:p>
            <a:p>
              <a:pPr>
                <a:lnSpc>
                  <a:spcPct val="100000"/>
                </a:lnSpc>
                <a:spcAft>
                  <a:spcPts val="600"/>
                </a:spcAft>
              </a:pPr>
              <a:r>
                <a:rPr lang="en-US" altLang="ko-KR" sz="1200">
                  <a:solidFill>
                    <a:sysClr val="windowText" lastClr="000000"/>
                  </a:solidFill>
                </a:rPr>
                <a:t>Junior AI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271C53E-D2FB-AC85-996F-6853F03C99B9}"/>
              </a:ext>
            </a:extLst>
          </p:cNvPr>
          <p:cNvGrpSpPr/>
          <p:nvPr/>
        </p:nvGrpSpPr>
        <p:grpSpPr>
          <a:xfrm>
            <a:off x="746172" y="2341659"/>
            <a:ext cx="6727691" cy="1008895"/>
            <a:chOff x="4388699" y="2505417"/>
            <a:chExt cx="3340134" cy="187433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3A7E751-C1C8-BBC7-FEF4-2A2B6CC5B553}"/>
                </a:ext>
              </a:extLst>
            </p:cNvPr>
            <p:cNvSpPr/>
            <p:nvPr/>
          </p:nvSpPr>
          <p:spPr>
            <a:xfrm>
              <a:off x="4407732" y="2505417"/>
              <a:ext cx="3321101" cy="1874330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3175">
              <a:solidFill>
                <a:srgbClr val="A5A5A5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ko-KR" sz="1300" b="1">
                  <a:solidFill>
                    <a:srgbClr val="616161"/>
                  </a:solidFill>
                </a:rPr>
                <a:t>Agent</a:t>
              </a:r>
              <a:r>
                <a:rPr lang="ko-KR" altLang="en-US" sz="1300" b="1">
                  <a:solidFill>
                    <a:srgbClr val="616161"/>
                  </a:solidFill>
                </a:rPr>
                <a:t> 역할</a:t>
              </a: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43DDEF35-804D-CECB-0BA9-A8429F17028C}"/>
                </a:ext>
              </a:extLst>
            </p:cNvPr>
            <p:cNvCxnSpPr>
              <a:cxnSpLocks/>
            </p:cNvCxnSpPr>
            <p:nvPr/>
          </p:nvCxnSpPr>
          <p:spPr>
            <a:xfrm>
              <a:off x="4388699" y="2607401"/>
              <a:ext cx="0" cy="1670360"/>
            </a:xfrm>
            <a:prstGeom prst="line">
              <a:avLst/>
            </a:prstGeom>
            <a:ln w="41275" cap="sq">
              <a:solidFill>
                <a:srgbClr val="A5A5A5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BB1D6C1-870F-9BA4-392F-492E49D692F4}"/>
                </a:ext>
              </a:extLst>
            </p:cNvPr>
            <p:cNvSpPr/>
            <p:nvPr/>
          </p:nvSpPr>
          <p:spPr>
            <a:xfrm>
              <a:off x="4580922" y="3215303"/>
              <a:ext cx="2994554" cy="967846"/>
            </a:xfrm>
            <a:prstGeom prst="rect">
              <a:avLst/>
            </a:prstGeom>
            <a:solidFill>
              <a:srgbClr val="F5F5F5">
                <a:alpha val="8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lnSpc>
                  <a:spcPct val="10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200" err="1">
                  <a:solidFill>
                    <a:sysClr val="windowText" lastClr="000000"/>
                  </a:solidFill>
                </a:rPr>
                <a:t>ㅇㅇ</a:t>
              </a:r>
              <a:endParaRPr lang="en-US" altLang="ko-KR" sz="120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C6A8162-FB6B-DC07-6FD7-162DAB5D8E5D}"/>
              </a:ext>
            </a:extLst>
          </p:cNvPr>
          <p:cNvSpPr/>
          <p:nvPr/>
        </p:nvSpPr>
        <p:spPr>
          <a:xfrm>
            <a:off x="8999708" y="892799"/>
            <a:ext cx="2589298" cy="3429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Service Flow </a:t>
            </a:r>
            <a:r>
              <a:rPr lang="ko-KR" altLang="en-US" b="1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미니맵</a:t>
            </a:r>
            <a:endParaRPr lang="ko-KR" altLang="en-US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00CF2D05-A2CC-8876-9721-FA12ED80E9C0}"/>
              </a:ext>
            </a:extLst>
          </p:cNvPr>
          <p:cNvSpPr/>
          <p:nvPr/>
        </p:nvSpPr>
        <p:spPr>
          <a:xfrm>
            <a:off x="8682642" y="927724"/>
            <a:ext cx="247757" cy="247650"/>
          </a:xfrm>
          <a:prstGeom prst="ellipse">
            <a:avLst/>
          </a:prstGeom>
          <a:solidFill>
            <a:srgbClr val="A32020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ko-KR" sz="1200" b="1">
                <a:solidFill>
                  <a:schemeClr val="bg1"/>
                </a:solidFill>
              </a:rPr>
              <a:t>2</a:t>
            </a:r>
            <a:endParaRPr lang="ko-KR" altLang="en-US" sz="1200" b="1">
              <a:solidFill>
                <a:schemeClr val="bg1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8038BA5-C3F9-7ED4-D43A-76CAB4261B54}"/>
              </a:ext>
            </a:extLst>
          </p:cNvPr>
          <p:cNvSpPr/>
          <p:nvPr/>
        </p:nvSpPr>
        <p:spPr>
          <a:xfrm>
            <a:off x="206003" y="3717102"/>
            <a:ext cx="11700068" cy="2700000"/>
          </a:xfrm>
          <a:prstGeom prst="roundRect">
            <a:avLst>
              <a:gd name="adj" fmla="val 2881"/>
            </a:avLst>
          </a:prstGeom>
          <a:solidFill>
            <a:srgbClr val="F3F3F3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187C47F-C779-203F-6804-F7CAA184FF74}"/>
              </a:ext>
            </a:extLst>
          </p:cNvPr>
          <p:cNvSpPr/>
          <p:nvPr/>
        </p:nvSpPr>
        <p:spPr>
          <a:xfrm>
            <a:off x="746173" y="3873641"/>
            <a:ext cx="2906363" cy="3429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처리 로직</a:t>
            </a:r>
            <a:endParaRPr lang="ko-KR" altLang="en-US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75B1DED-31B1-8A4F-FCB8-28330A532422}"/>
              </a:ext>
            </a:extLst>
          </p:cNvPr>
          <p:cNvSpPr/>
          <p:nvPr/>
        </p:nvSpPr>
        <p:spPr>
          <a:xfrm>
            <a:off x="429108" y="3908566"/>
            <a:ext cx="247757" cy="247650"/>
          </a:xfrm>
          <a:prstGeom prst="ellipse">
            <a:avLst/>
          </a:prstGeom>
          <a:solidFill>
            <a:srgbClr val="A32020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ko-KR" sz="1200" b="1">
                <a:solidFill>
                  <a:schemeClr val="bg1"/>
                </a:solidFill>
              </a:rPr>
              <a:t>3</a:t>
            </a:r>
            <a:endParaRPr lang="ko-KR" altLang="en-US" sz="1200" b="1">
              <a:solidFill>
                <a:schemeClr val="bg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968E0CBD-E20A-39B1-A337-635954BC8AC6}"/>
              </a:ext>
            </a:extLst>
          </p:cNvPr>
          <p:cNvGrpSpPr/>
          <p:nvPr/>
        </p:nvGrpSpPr>
        <p:grpSpPr>
          <a:xfrm>
            <a:off x="655656" y="4303065"/>
            <a:ext cx="2829224" cy="1998824"/>
            <a:chOff x="655656" y="4425709"/>
            <a:chExt cx="2829224" cy="1773856"/>
          </a:xfrm>
        </p:grpSpPr>
        <p:sp>
          <p:nvSpPr>
            <p:cNvPr id="32" name="Shape 36">
              <a:extLst>
                <a:ext uri="{FF2B5EF4-FFF2-40B4-BE49-F238E27FC236}">
                  <a16:creationId xmlns:a16="http://schemas.microsoft.com/office/drawing/2014/main" id="{D600842E-DBD6-ABBB-B3CA-3C16D27FD16A}"/>
                </a:ext>
              </a:extLst>
            </p:cNvPr>
            <p:cNvSpPr/>
            <p:nvPr/>
          </p:nvSpPr>
          <p:spPr>
            <a:xfrm rot="16200000">
              <a:off x="1415340" y="4130025"/>
              <a:ext cx="1773856" cy="23652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  <a:prstDash val="solid"/>
            </a:ln>
          </p:spPr>
          <p:txBody>
            <a:bodyPr anchor="ctr"/>
            <a:lstStyle/>
            <a:p>
              <a:pPr algn="ctr"/>
              <a:endParaRPr lang="en-US" sz="1300">
                <a:ea typeface="나눔고딕" panose="020D0604000000000000" pitchFamily="50" charset="-127"/>
              </a:endParaRPr>
            </a:p>
          </p:txBody>
        </p:sp>
        <p:sp>
          <p:nvSpPr>
            <p:cNvPr id="33" name="Shape 36">
              <a:extLst>
                <a:ext uri="{FF2B5EF4-FFF2-40B4-BE49-F238E27FC236}">
                  <a16:creationId xmlns:a16="http://schemas.microsoft.com/office/drawing/2014/main" id="{8586928B-416D-319F-B4F8-59FF8ABA6B00}"/>
                </a:ext>
              </a:extLst>
            </p:cNvPr>
            <p:cNvSpPr/>
            <p:nvPr/>
          </p:nvSpPr>
          <p:spPr>
            <a:xfrm rot="16200000">
              <a:off x="1900" y="5079465"/>
              <a:ext cx="1773856" cy="466344"/>
            </a:xfrm>
            <a:prstGeom prst="rect">
              <a:avLst/>
            </a:prstGeom>
            <a:solidFill>
              <a:srgbClr val="FCEEF0"/>
            </a:solidFill>
            <a:ln w="3175">
              <a:solidFill>
                <a:schemeClr val="bg1">
                  <a:lumMod val="75000"/>
                </a:schemeClr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sz="13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Input</a:t>
              </a:r>
            </a:p>
          </p:txBody>
        </p:sp>
      </p:grpSp>
      <p:pic>
        <p:nvPicPr>
          <p:cNvPr id="36" name="Image 3" descr="preencoded.png">
            <a:extLst>
              <a:ext uri="{FF2B5EF4-FFF2-40B4-BE49-F238E27FC236}">
                <a16:creationId xmlns:a16="http://schemas.microsoft.com/office/drawing/2014/main" id="{D3F53E89-CA9B-61A1-26D1-7AC71C97F3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2550" r="43877" b="-12550"/>
          <a:stretch>
            <a:fillRect/>
          </a:stretch>
        </p:blipFill>
        <p:spPr>
          <a:xfrm>
            <a:off x="3638283" y="5048718"/>
            <a:ext cx="170765" cy="507518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82B017B8-00E8-C331-C6C3-5DFBD7E98044}"/>
              </a:ext>
            </a:extLst>
          </p:cNvPr>
          <p:cNvGrpSpPr/>
          <p:nvPr/>
        </p:nvGrpSpPr>
        <p:grpSpPr>
          <a:xfrm>
            <a:off x="3962451" y="4302532"/>
            <a:ext cx="3574491" cy="1999890"/>
            <a:chOff x="3995692" y="4425237"/>
            <a:chExt cx="3574491" cy="1774800"/>
          </a:xfrm>
        </p:grpSpPr>
        <p:sp>
          <p:nvSpPr>
            <p:cNvPr id="37" name="Shape 36">
              <a:extLst>
                <a:ext uri="{FF2B5EF4-FFF2-40B4-BE49-F238E27FC236}">
                  <a16:creationId xmlns:a16="http://schemas.microsoft.com/office/drawing/2014/main" id="{4054F71A-3B9C-DAB4-C6FB-8BF917DBCC7D}"/>
                </a:ext>
              </a:extLst>
            </p:cNvPr>
            <p:cNvSpPr/>
            <p:nvPr/>
          </p:nvSpPr>
          <p:spPr>
            <a:xfrm rot="16200000">
              <a:off x="3306365" y="5114564"/>
              <a:ext cx="1774800" cy="396146"/>
            </a:xfrm>
            <a:prstGeom prst="rect">
              <a:avLst/>
            </a:prstGeom>
            <a:solidFill>
              <a:srgbClr val="F5C7CE"/>
            </a:solidFill>
            <a:ln w="3175">
              <a:solidFill>
                <a:schemeClr val="bg1">
                  <a:lumMod val="75000"/>
                </a:schemeClr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ko-KR" altLang="en-US" sz="13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방법론 및 주요 기술</a:t>
              </a:r>
              <a:endParaRPr lang="en-US" sz="13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" name="Shape 36">
              <a:extLst>
                <a:ext uri="{FF2B5EF4-FFF2-40B4-BE49-F238E27FC236}">
                  <a16:creationId xmlns:a16="http://schemas.microsoft.com/office/drawing/2014/main" id="{413B5C27-495E-805F-E709-DCCD10F41B74}"/>
                </a:ext>
              </a:extLst>
            </p:cNvPr>
            <p:cNvSpPr/>
            <p:nvPr/>
          </p:nvSpPr>
          <p:spPr>
            <a:xfrm rot="16200000">
              <a:off x="5093612" y="3723465"/>
              <a:ext cx="1774800" cy="317834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  <a:prstDash val="solid"/>
            </a:ln>
          </p:spPr>
          <p:txBody>
            <a:bodyPr anchor="ctr"/>
            <a:lstStyle/>
            <a:p>
              <a:pPr algn="ctr"/>
              <a:endParaRPr lang="en-US" sz="1300">
                <a:ea typeface="나눔고딕" panose="020D0604000000000000" pitchFamily="50" charset="-127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07B6AC94-FFF7-CB49-BCCB-64F25075CE00}"/>
              </a:ext>
            </a:extLst>
          </p:cNvPr>
          <p:cNvGrpSpPr/>
          <p:nvPr/>
        </p:nvGrpSpPr>
        <p:grpSpPr>
          <a:xfrm>
            <a:off x="8014515" y="4302532"/>
            <a:ext cx="3574490" cy="1999890"/>
            <a:chOff x="8014515" y="4425238"/>
            <a:chExt cx="3574490" cy="1774800"/>
          </a:xfrm>
        </p:grpSpPr>
        <p:sp>
          <p:nvSpPr>
            <p:cNvPr id="43" name="Shape 36">
              <a:extLst>
                <a:ext uri="{FF2B5EF4-FFF2-40B4-BE49-F238E27FC236}">
                  <a16:creationId xmlns:a16="http://schemas.microsoft.com/office/drawing/2014/main" id="{53531542-CB75-0298-1129-599AFFC53E8A}"/>
                </a:ext>
              </a:extLst>
            </p:cNvPr>
            <p:cNvSpPr/>
            <p:nvPr/>
          </p:nvSpPr>
          <p:spPr>
            <a:xfrm rot="16200000">
              <a:off x="7325188" y="5114565"/>
              <a:ext cx="1774800" cy="396146"/>
            </a:xfrm>
            <a:prstGeom prst="rect">
              <a:avLst/>
            </a:prstGeom>
            <a:solidFill>
              <a:srgbClr val="A32020"/>
            </a:solidFill>
            <a:ln w="3175">
              <a:solidFill>
                <a:schemeClr val="bg1">
                  <a:lumMod val="75000"/>
                </a:schemeClr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sz="13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Output</a:t>
              </a:r>
            </a:p>
          </p:txBody>
        </p:sp>
        <p:sp>
          <p:nvSpPr>
            <p:cNvPr id="44" name="Shape 36">
              <a:extLst>
                <a:ext uri="{FF2B5EF4-FFF2-40B4-BE49-F238E27FC236}">
                  <a16:creationId xmlns:a16="http://schemas.microsoft.com/office/drawing/2014/main" id="{2B137DBD-8ED5-35B2-96CC-48ED3C3A9C23}"/>
                </a:ext>
              </a:extLst>
            </p:cNvPr>
            <p:cNvSpPr/>
            <p:nvPr/>
          </p:nvSpPr>
          <p:spPr>
            <a:xfrm rot="16200000">
              <a:off x="9112434" y="3723466"/>
              <a:ext cx="1774800" cy="317834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  <a:prstDash val="solid"/>
            </a:ln>
          </p:spPr>
          <p:txBody>
            <a:bodyPr anchor="ctr"/>
            <a:lstStyle/>
            <a:p>
              <a:pPr algn="ctr"/>
              <a:endParaRPr lang="en-US" sz="1300">
                <a:ea typeface="나눔고딕" panose="020D0604000000000000" pitchFamily="50" charset="-127"/>
              </a:endParaRPr>
            </a:p>
          </p:txBody>
        </p:sp>
      </p:grpSp>
      <p:pic>
        <p:nvPicPr>
          <p:cNvPr id="45" name="Image 3" descr="preencoded.png">
            <a:extLst>
              <a:ext uri="{FF2B5EF4-FFF2-40B4-BE49-F238E27FC236}">
                <a16:creationId xmlns:a16="http://schemas.microsoft.com/office/drawing/2014/main" id="{04E72212-37F2-AAF6-3F4F-2203FEAC0E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2550" r="43877" b="-12550"/>
          <a:stretch>
            <a:fillRect/>
          </a:stretch>
        </p:blipFill>
        <p:spPr>
          <a:xfrm>
            <a:off x="7690345" y="5048718"/>
            <a:ext cx="170765" cy="507518"/>
          </a:xfrm>
          <a:prstGeom prst="rect">
            <a:avLst/>
          </a:prstGeom>
        </p:spPr>
      </p:pic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FF38A02A-57A1-2D34-D60A-ADC754158D70}"/>
              </a:ext>
            </a:extLst>
          </p:cNvPr>
          <p:cNvGrpSpPr/>
          <p:nvPr/>
        </p:nvGrpSpPr>
        <p:grpSpPr>
          <a:xfrm>
            <a:off x="8786327" y="1326869"/>
            <a:ext cx="2792957" cy="2054165"/>
            <a:chOff x="8786327" y="1326869"/>
            <a:chExt cx="2792957" cy="2054165"/>
          </a:xfrm>
        </p:grpSpPr>
        <p:sp>
          <p:nvSpPr>
            <p:cNvPr id="134" name="Shape 22">
              <a:extLst>
                <a:ext uri="{FF2B5EF4-FFF2-40B4-BE49-F238E27FC236}">
                  <a16:creationId xmlns:a16="http://schemas.microsoft.com/office/drawing/2014/main" id="{AF3FA246-E81A-8063-5C6D-7476036D4895}"/>
                </a:ext>
              </a:extLst>
            </p:cNvPr>
            <p:cNvSpPr/>
            <p:nvPr/>
          </p:nvSpPr>
          <p:spPr>
            <a:xfrm>
              <a:off x="8786327" y="1326869"/>
              <a:ext cx="2792957" cy="2054165"/>
            </a:xfrm>
            <a:prstGeom prst="roundRect">
              <a:avLst>
                <a:gd name="adj" fmla="val 3412"/>
              </a:avLst>
            </a:prstGeom>
            <a:solidFill>
              <a:schemeClr val="bg1"/>
            </a:solidFill>
            <a:ln w="12700">
              <a:solidFill>
                <a:srgbClr val="A3202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"/>
                <a:sym typeface="Arial"/>
              </a:endParaRPr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877DF962-5882-584C-0F5B-19AA2389566C}"/>
                </a:ext>
              </a:extLst>
            </p:cNvPr>
            <p:cNvGrpSpPr/>
            <p:nvPr/>
          </p:nvGrpSpPr>
          <p:grpSpPr>
            <a:xfrm>
              <a:off x="9004653" y="1427153"/>
              <a:ext cx="2374624" cy="1844690"/>
              <a:chOff x="9004653" y="1427153"/>
              <a:chExt cx="2374624" cy="1844690"/>
            </a:xfrm>
          </p:grpSpPr>
          <p:sp>
            <p:nvSpPr>
              <p:cNvPr id="136" name="Shape 22">
                <a:extLst>
                  <a:ext uri="{FF2B5EF4-FFF2-40B4-BE49-F238E27FC236}">
                    <a16:creationId xmlns:a16="http://schemas.microsoft.com/office/drawing/2014/main" id="{CD1E7205-C05B-101F-1086-34400A852DC3}"/>
                  </a:ext>
                </a:extLst>
              </p:cNvPr>
              <p:cNvSpPr/>
              <p:nvPr/>
            </p:nvSpPr>
            <p:spPr>
              <a:xfrm>
                <a:off x="9004654" y="1427153"/>
                <a:ext cx="372569" cy="219606"/>
              </a:xfrm>
              <a:prstGeom prst="roundRect">
                <a:avLst>
                  <a:gd name="adj" fmla="val 10667"/>
                </a:avLst>
              </a:prstGeom>
              <a:solidFill>
                <a:srgbClr val="FFFFFF"/>
              </a:solidFill>
              <a:ln w="15240">
                <a:solidFill>
                  <a:srgbClr val="0089EB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37" name="Text 23">
                <a:extLst>
                  <a:ext uri="{FF2B5EF4-FFF2-40B4-BE49-F238E27FC236}">
                    <a16:creationId xmlns:a16="http://schemas.microsoft.com/office/drawing/2014/main" id="{3B3CFE13-0B14-3CE1-68FF-5C3EDAF3CA88}"/>
                  </a:ext>
                </a:extLst>
              </p:cNvPr>
              <p:cNvSpPr/>
              <p:nvPr/>
            </p:nvSpPr>
            <p:spPr>
              <a:xfrm>
                <a:off x="9004654" y="1427153"/>
                <a:ext cx="498671" cy="21960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38" name="Shape 24">
                <a:extLst>
                  <a:ext uri="{FF2B5EF4-FFF2-40B4-BE49-F238E27FC236}">
                    <a16:creationId xmlns:a16="http://schemas.microsoft.com/office/drawing/2014/main" id="{8AC3F053-155D-ACB8-C307-401056CCD80A}"/>
                  </a:ext>
                </a:extLst>
              </p:cNvPr>
              <p:cNvSpPr/>
              <p:nvPr/>
            </p:nvSpPr>
            <p:spPr>
              <a:xfrm>
                <a:off x="9503337" y="1427153"/>
                <a:ext cx="374400" cy="219606"/>
              </a:xfrm>
              <a:prstGeom prst="roundRect">
                <a:avLst>
                  <a:gd name="adj" fmla="val 10667"/>
                </a:avLst>
              </a:prstGeom>
              <a:solidFill>
                <a:srgbClr val="FFFFFF"/>
              </a:solidFill>
              <a:ln w="15240">
                <a:solidFill>
                  <a:srgbClr val="0089EB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39" name="Text 25">
                <a:extLst>
                  <a:ext uri="{FF2B5EF4-FFF2-40B4-BE49-F238E27FC236}">
                    <a16:creationId xmlns:a16="http://schemas.microsoft.com/office/drawing/2014/main" id="{09B7E32D-365F-142A-4BC8-F6E2F741508E}"/>
                  </a:ext>
                </a:extLst>
              </p:cNvPr>
              <p:cNvSpPr/>
              <p:nvPr/>
            </p:nvSpPr>
            <p:spPr>
              <a:xfrm>
                <a:off x="9669549" y="1427153"/>
                <a:ext cx="498671" cy="21960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40" name="Shape 26">
                <a:extLst>
                  <a:ext uri="{FF2B5EF4-FFF2-40B4-BE49-F238E27FC236}">
                    <a16:creationId xmlns:a16="http://schemas.microsoft.com/office/drawing/2014/main" id="{4015F4CD-0876-26FC-E384-ACCF44F96293}"/>
                  </a:ext>
                </a:extLst>
              </p:cNvPr>
              <p:cNvSpPr/>
              <p:nvPr/>
            </p:nvSpPr>
            <p:spPr>
              <a:xfrm>
                <a:off x="10003851" y="1427153"/>
                <a:ext cx="374400" cy="219606"/>
              </a:xfrm>
              <a:prstGeom prst="roundRect">
                <a:avLst>
                  <a:gd name="adj" fmla="val 10667"/>
                </a:avLst>
              </a:prstGeom>
              <a:solidFill>
                <a:srgbClr val="FFFFFF"/>
              </a:solidFill>
              <a:ln w="15240">
                <a:solidFill>
                  <a:srgbClr val="4DACF1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41" name="Text 27">
                <a:extLst>
                  <a:ext uri="{FF2B5EF4-FFF2-40B4-BE49-F238E27FC236}">
                    <a16:creationId xmlns:a16="http://schemas.microsoft.com/office/drawing/2014/main" id="{6494EF10-6A8D-CDFF-B1DD-9C03F53BED12}"/>
                  </a:ext>
                </a:extLst>
              </p:cNvPr>
              <p:cNvSpPr/>
              <p:nvPr/>
            </p:nvSpPr>
            <p:spPr>
              <a:xfrm>
                <a:off x="10500667" y="1427153"/>
                <a:ext cx="498671" cy="21960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42" name="Shape 34">
                <a:extLst>
                  <a:ext uri="{FF2B5EF4-FFF2-40B4-BE49-F238E27FC236}">
                    <a16:creationId xmlns:a16="http://schemas.microsoft.com/office/drawing/2014/main" id="{0260648A-91E8-83AD-A99B-1FEFA42EFAB1}"/>
                  </a:ext>
                </a:extLst>
              </p:cNvPr>
              <p:cNvSpPr/>
              <p:nvPr/>
            </p:nvSpPr>
            <p:spPr>
              <a:xfrm>
                <a:off x="9865454" y="2203094"/>
                <a:ext cx="500400" cy="278167"/>
              </a:xfrm>
              <a:prstGeom prst="roundRect">
                <a:avLst>
                  <a:gd name="adj" fmla="val 8421"/>
                </a:avLst>
              </a:prstGeom>
              <a:solidFill>
                <a:srgbClr val="FDF8E9"/>
              </a:solidFill>
              <a:ln w="15240">
                <a:solidFill>
                  <a:srgbClr val="B48E04"/>
                </a:solidFill>
                <a:prstDash val="solid"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srgbClr val="B48E04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43" name="Shape 36">
                <a:extLst>
                  <a:ext uri="{FF2B5EF4-FFF2-40B4-BE49-F238E27FC236}">
                    <a16:creationId xmlns:a16="http://schemas.microsoft.com/office/drawing/2014/main" id="{D800FA47-E801-6199-7F93-BF24670EA9C1}"/>
                  </a:ext>
                </a:extLst>
              </p:cNvPr>
              <p:cNvSpPr/>
              <p:nvPr/>
            </p:nvSpPr>
            <p:spPr>
              <a:xfrm>
                <a:off x="10726254" y="2203094"/>
                <a:ext cx="500400" cy="278167"/>
              </a:xfrm>
              <a:prstGeom prst="roundRect">
                <a:avLst>
                  <a:gd name="adj" fmla="val 8421"/>
                </a:avLst>
              </a:prstGeom>
              <a:solidFill>
                <a:srgbClr val="FDF8E9"/>
              </a:solidFill>
              <a:ln w="15240">
                <a:solidFill>
                  <a:srgbClr val="B48E04"/>
                </a:solidFill>
                <a:prstDash val="solid"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srgbClr val="B48E04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44" name="Shape 40">
                <a:extLst>
                  <a:ext uri="{FF2B5EF4-FFF2-40B4-BE49-F238E27FC236}">
                    <a16:creationId xmlns:a16="http://schemas.microsoft.com/office/drawing/2014/main" id="{34E41050-67A0-032F-91D0-B2AD622838C9}"/>
                  </a:ext>
                </a:extLst>
              </p:cNvPr>
              <p:cNvSpPr/>
              <p:nvPr/>
            </p:nvSpPr>
            <p:spPr>
              <a:xfrm>
                <a:off x="9004653" y="2627665"/>
                <a:ext cx="498671" cy="248887"/>
              </a:xfrm>
              <a:prstGeom prst="roundRect">
                <a:avLst>
                  <a:gd name="adj" fmla="val 9412"/>
                </a:avLst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45" name="Shape 42">
                <a:extLst>
                  <a:ext uri="{FF2B5EF4-FFF2-40B4-BE49-F238E27FC236}">
                    <a16:creationId xmlns:a16="http://schemas.microsoft.com/office/drawing/2014/main" id="{7170D6FB-7138-3B35-2697-9A2F5A049F1D}"/>
                  </a:ext>
                </a:extLst>
              </p:cNvPr>
              <p:cNvSpPr/>
              <p:nvPr/>
            </p:nvSpPr>
            <p:spPr>
              <a:xfrm>
                <a:off x="9865454" y="2627665"/>
                <a:ext cx="500400" cy="248887"/>
              </a:xfrm>
              <a:prstGeom prst="roundRect">
                <a:avLst>
                  <a:gd name="adj" fmla="val 9412"/>
                </a:avLst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46" name="Shape 44">
                <a:extLst>
                  <a:ext uri="{FF2B5EF4-FFF2-40B4-BE49-F238E27FC236}">
                    <a16:creationId xmlns:a16="http://schemas.microsoft.com/office/drawing/2014/main" id="{693FB2DB-CDD7-19C6-0172-08EEDFDB7C4A}"/>
                  </a:ext>
                </a:extLst>
              </p:cNvPr>
              <p:cNvSpPr/>
              <p:nvPr/>
            </p:nvSpPr>
            <p:spPr>
              <a:xfrm>
                <a:off x="10878877" y="2627665"/>
                <a:ext cx="500400" cy="248887"/>
              </a:xfrm>
              <a:prstGeom prst="roundRect">
                <a:avLst>
                  <a:gd name="adj" fmla="val 9412"/>
                </a:avLst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47" name="Shape 46">
                <a:extLst>
                  <a:ext uri="{FF2B5EF4-FFF2-40B4-BE49-F238E27FC236}">
                    <a16:creationId xmlns:a16="http://schemas.microsoft.com/office/drawing/2014/main" id="{51EA8D62-FC6A-3194-C454-355C6D3725E7}"/>
                  </a:ext>
                </a:extLst>
              </p:cNvPr>
              <p:cNvSpPr/>
              <p:nvPr/>
            </p:nvSpPr>
            <p:spPr>
              <a:xfrm>
                <a:off x="10878877" y="3022956"/>
                <a:ext cx="500400" cy="248887"/>
              </a:xfrm>
              <a:prstGeom prst="roundRect">
                <a:avLst>
                  <a:gd name="adj" fmla="val 9412"/>
                </a:avLst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48" name="Shape 26">
                <a:extLst>
                  <a:ext uri="{FF2B5EF4-FFF2-40B4-BE49-F238E27FC236}">
                    <a16:creationId xmlns:a16="http://schemas.microsoft.com/office/drawing/2014/main" id="{A30D7FB4-F056-AD7F-40B8-FB7E8ECB8672}"/>
                  </a:ext>
                </a:extLst>
              </p:cNvPr>
              <p:cNvSpPr/>
              <p:nvPr/>
            </p:nvSpPr>
            <p:spPr>
              <a:xfrm>
                <a:off x="10504365" y="1427153"/>
                <a:ext cx="374400" cy="219606"/>
              </a:xfrm>
              <a:prstGeom prst="roundRect">
                <a:avLst>
                  <a:gd name="adj" fmla="val 10667"/>
                </a:avLst>
              </a:prstGeom>
              <a:solidFill>
                <a:srgbClr val="FFFFFF"/>
              </a:solidFill>
              <a:ln w="15240">
                <a:solidFill>
                  <a:srgbClr val="4DACF1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49" name="Shape 26">
                <a:extLst>
                  <a:ext uri="{FF2B5EF4-FFF2-40B4-BE49-F238E27FC236}">
                    <a16:creationId xmlns:a16="http://schemas.microsoft.com/office/drawing/2014/main" id="{1EE63302-F736-1FF3-E69F-295D1B929CE3}"/>
                  </a:ext>
                </a:extLst>
              </p:cNvPr>
              <p:cNvSpPr/>
              <p:nvPr/>
            </p:nvSpPr>
            <p:spPr>
              <a:xfrm>
                <a:off x="11004877" y="1427153"/>
                <a:ext cx="374400" cy="219606"/>
              </a:xfrm>
              <a:prstGeom prst="roundRect">
                <a:avLst>
                  <a:gd name="adj" fmla="val 10667"/>
                </a:avLst>
              </a:prstGeom>
              <a:solidFill>
                <a:srgbClr val="FFFFFF"/>
              </a:solidFill>
              <a:ln w="15240">
                <a:solidFill>
                  <a:srgbClr val="CBD5E1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cxnSp>
            <p:nvCxnSpPr>
              <p:cNvPr id="150" name="연결선: 꺾임 149">
                <a:extLst>
                  <a:ext uri="{FF2B5EF4-FFF2-40B4-BE49-F238E27FC236}">
                    <a16:creationId xmlns:a16="http://schemas.microsoft.com/office/drawing/2014/main" id="{9651D6C1-FBB3-877B-3B73-059E2A6536C8}"/>
                  </a:ext>
                </a:extLst>
              </p:cNvPr>
              <p:cNvCxnSpPr>
                <a:cxnSpLocks/>
                <a:stCxn id="136" idx="2"/>
              </p:cNvCxnSpPr>
              <p:nvPr/>
            </p:nvCxnSpPr>
            <p:spPr>
              <a:xfrm rot="5400000">
                <a:off x="8885846" y="1897140"/>
                <a:ext cx="555475" cy="54712"/>
              </a:xfrm>
              <a:prstGeom prst="bentConnector3">
                <a:avLst>
                  <a:gd name="adj1" fmla="val 50000"/>
                </a:avLst>
              </a:prstGeom>
              <a:noFill/>
              <a:ln w="12700">
                <a:solidFill>
                  <a:srgbClr val="0089EB"/>
                </a:solidFill>
                <a:prstDash val="solid"/>
                <a:tailEnd type="triangle"/>
              </a:ln>
            </p:spPr>
          </p:cxnSp>
          <p:cxnSp>
            <p:nvCxnSpPr>
              <p:cNvPr id="151" name="연결선: 꺾임 150">
                <a:extLst>
                  <a:ext uri="{FF2B5EF4-FFF2-40B4-BE49-F238E27FC236}">
                    <a16:creationId xmlns:a16="http://schemas.microsoft.com/office/drawing/2014/main" id="{6E0F8F02-A6FD-DAA6-84F0-84CE5F0FB78A}"/>
                  </a:ext>
                </a:extLst>
              </p:cNvPr>
              <p:cNvCxnSpPr>
                <a:cxnSpLocks/>
                <a:stCxn id="138" idx="2"/>
                <a:endCxn id="166" idx="0"/>
              </p:cNvCxnSpPr>
              <p:nvPr/>
            </p:nvCxnSpPr>
            <p:spPr>
              <a:xfrm rot="5400000">
                <a:off x="9194528" y="1707084"/>
                <a:ext cx="556335" cy="435684"/>
              </a:xfrm>
              <a:prstGeom prst="bentConnector3">
                <a:avLst>
                  <a:gd name="adj1" fmla="val 50000"/>
                </a:avLst>
              </a:prstGeom>
              <a:noFill/>
              <a:ln w="12700">
                <a:solidFill>
                  <a:srgbClr val="0089EB"/>
                </a:solidFill>
                <a:prstDash val="solid"/>
                <a:tailEnd type="triangle"/>
              </a:ln>
            </p:spPr>
          </p:cxnSp>
          <p:cxnSp>
            <p:nvCxnSpPr>
              <p:cNvPr id="152" name="연결선: 꺾임 151">
                <a:extLst>
                  <a:ext uri="{FF2B5EF4-FFF2-40B4-BE49-F238E27FC236}">
                    <a16:creationId xmlns:a16="http://schemas.microsoft.com/office/drawing/2014/main" id="{FADE108F-B5FB-94A7-F4CC-3434B77BA6B0}"/>
                  </a:ext>
                </a:extLst>
              </p:cNvPr>
              <p:cNvCxnSpPr>
                <a:cxnSpLocks/>
                <a:stCxn id="148" idx="2"/>
                <a:endCxn id="142" idx="0"/>
              </p:cNvCxnSpPr>
              <p:nvPr/>
            </p:nvCxnSpPr>
            <p:spPr>
              <a:xfrm rot="5400000">
                <a:off x="10125443" y="1636971"/>
                <a:ext cx="556335" cy="575911"/>
              </a:xfrm>
              <a:prstGeom prst="bentConnector3">
                <a:avLst>
                  <a:gd name="adj1" fmla="val 50000"/>
                </a:avLst>
              </a:prstGeom>
              <a:noFill/>
              <a:ln w="12700">
                <a:solidFill>
                  <a:srgbClr val="4DACF1"/>
                </a:solidFill>
                <a:prstDash val="solid"/>
                <a:tailEnd type="triangle"/>
              </a:ln>
            </p:spPr>
          </p:cxnSp>
          <p:cxnSp>
            <p:nvCxnSpPr>
              <p:cNvPr id="153" name="연결선: 꺾임 152">
                <a:extLst>
                  <a:ext uri="{FF2B5EF4-FFF2-40B4-BE49-F238E27FC236}">
                    <a16:creationId xmlns:a16="http://schemas.microsoft.com/office/drawing/2014/main" id="{3FDE3D82-9E24-8D83-AA49-E0F2C12CB569}"/>
                  </a:ext>
                </a:extLst>
              </p:cNvPr>
              <p:cNvCxnSpPr>
                <a:cxnSpLocks/>
                <a:stCxn id="140" idx="2"/>
              </p:cNvCxnSpPr>
              <p:nvPr/>
            </p:nvCxnSpPr>
            <p:spPr>
              <a:xfrm rot="5400000">
                <a:off x="9821244" y="1829366"/>
                <a:ext cx="552415" cy="187200"/>
              </a:xfrm>
              <a:prstGeom prst="bentConnector3">
                <a:avLst>
                  <a:gd name="adj1" fmla="val 50000"/>
                </a:avLst>
              </a:prstGeom>
              <a:noFill/>
              <a:ln w="12700">
                <a:solidFill>
                  <a:srgbClr val="4DACF1"/>
                </a:solidFill>
                <a:prstDash val="solid"/>
                <a:tailEnd type="triangle"/>
              </a:ln>
            </p:spPr>
          </p:cxnSp>
          <p:cxnSp>
            <p:nvCxnSpPr>
              <p:cNvPr id="154" name="연결선: 꺾임 153">
                <a:extLst>
                  <a:ext uri="{FF2B5EF4-FFF2-40B4-BE49-F238E27FC236}">
                    <a16:creationId xmlns:a16="http://schemas.microsoft.com/office/drawing/2014/main" id="{8FDFD9F4-CC57-27BD-B087-A4661641F1EF}"/>
                  </a:ext>
                </a:extLst>
              </p:cNvPr>
              <p:cNvCxnSpPr>
                <a:cxnSpLocks/>
                <a:endCxn id="143" idx="0"/>
              </p:cNvCxnSpPr>
              <p:nvPr/>
            </p:nvCxnSpPr>
            <p:spPr>
              <a:xfrm rot="5400000">
                <a:off x="10806102" y="1817112"/>
                <a:ext cx="556335" cy="215629"/>
              </a:xfrm>
              <a:prstGeom prst="bentConnector3">
                <a:avLst>
                  <a:gd name="adj1" fmla="val 50000"/>
                </a:avLst>
              </a:prstGeom>
              <a:noFill/>
              <a:ln w="12700">
                <a:solidFill>
                  <a:srgbClr val="CBD5E1"/>
                </a:solidFill>
                <a:prstDash val="solid"/>
                <a:tailEnd type="triangle"/>
              </a:ln>
            </p:spPr>
          </p:cxnSp>
          <p:sp>
            <p:nvSpPr>
              <p:cNvPr id="155" name="Shape 50">
                <a:extLst>
                  <a:ext uri="{FF2B5EF4-FFF2-40B4-BE49-F238E27FC236}">
                    <a16:creationId xmlns:a16="http://schemas.microsoft.com/office/drawing/2014/main" id="{841C0293-40F7-CCEE-C1C0-462DA10BCAF7}"/>
                  </a:ext>
                </a:extLst>
              </p:cNvPr>
              <p:cNvSpPr/>
              <p:nvPr/>
            </p:nvSpPr>
            <p:spPr>
              <a:xfrm>
                <a:off x="10878765" y="2056690"/>
                <a:ext cx="0" cy="146404"/>
              </a:xfrm>
              <a:prstGeom prst="line">
                <a:avLst/>
              </a:prstGeom>
              <a:noFill/>
              <a:ln w="12700">
                <a:solidFill>
                  <a:srgbClr val="A32020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cxnSp>
            <p:nvCxnSpPr>
              <p:cNvPr id="156" name="연결선: 꺾임 155">
                <a:extLst>
                  <a:ext uri="{FF2B5EF4-FFF2-40B4-BE49-F238E27FC236}">
                    <a16:creationId xmlns:a16="http://schemas.microsoft.com/office/drawing/2014/main" id="{7C5846BD-6F7A-8D7A-436A-BDA4B94837D5}"/>
                  </a:ext>
                </a:extLst>
              </p:cNvPr>
              <p:cNvCxnSpPr>
                <a:cxnSpLocks/>
                <a:endCxn id="146" idx="0"/>
              </p:cNvCxnSpPr>
              <p:nvPr/>
            </p:nvCxnSpPr>
            <p:spPr>
              <a:xfrm rot="5400000">
                <a:off x="10951190" y="2234579"/>
                <a:ext cx="570973" cy="215198"/>
              </a:xfrm>
              <a:prstGeom prst="bentConnector3">
                <a:avLst>
                  <a:gd name="adj1" fmla="val 79194"/>
                </a:avLst>
              </a:prstGeom>
              <a:noFill/>
              <a:ln w="12700">
                <a:solidFill>
                  <a:srgbClr val="AC3636"/>
                </a:solidFill>
                <a:prstDash val="solid"/>
                <a:tailEnd type="triangle"/>
              </a:ln>
            </p:spPr>
          </p:cxnSp>
          <p:sp>
            <p:nvSpPr>
              <p:cNvPr id="157" name="Shape 50">
                <a:extLst>
                  <a:ext uri="{FF2B5EF4-FFF2-40B4-BE49-F238E27FC236}">
                    <a16:creationId xmlns:a16="http://schemas.microsoft.com/office/drawing/2014/main" id="{6F6EADBD-7DC9-82CB-3CE2-AA300311F3CC}"/>
                  </a:ext>
                </a:extLst>
              </p:cNvPr>
              <p:cNvSpPr/>
              <p:nvPr/>
            </p:nvSpPr>
            <p:spPr>
              <a:xfrm flipV="1">
                <a:off x="11064503" y="2056690"/>
                <a:ext cx="1462" cy="142484"/>
              </a:xfrm>
              <a:prstGeom prst="line">
                <a:avLst/>
              </a:prstGeom>
              <a:noFill/>
              <a:ln w="12700">
                <a:solidFill>
                  <a:srgbClr val="B48E04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58" name="Shape 50">
                <a:extLst>
                  <a:ext uri="{FF2B5EF4-FFF2-40B4-BE49-F238E27FC236}">
                    <a16:creationId xmlns:a16="http://schemas.microsoft.com/office/drawing/2014/main" id="{4F9FD96A-E795-0CEC-EE97-7122896560C4}"/>
                  </a:ext>
                </a:extLst>
              </p:cNvPr>
              <p:cNvSpPr/>
              <p:nvPr/>
            </p:nvSpPr>
            <p:spPr>
              <a:xfrm flipV="1">
                <a:off x="10220415" y="2051941"/>
                <a:ext cx="1462" cy="142484"/>
              </a:xfrm>
              <a:prstGeom prst="line">
                <a:avLst/>
              </a:prstGeom>
              <a:noFill/>
              <a:ln w="12700">
                <a:solidFill>
                  <a:srgbClr val="B48E04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59" name="Shape 50">
                <a:extLst>
                  <a:ext uri="{FF2B5EF4-FFF2-40B4-BE49-F238E27FC236}">
                    <a16:creationId xmlns:a16="http://schemas.microsoft.com/office/drawing/2014/main" id="{BA5A3102-CED7-BB12-2729-BF18CCDD6B2D}"/>
                  </a:ext>
                </a:extLst>
              </p:cNvPr>
              <p:cNvSpPr/>
              <p:nvPr/>
            </p:nvSpPr>
            <p:spPr>
              <a:xfrm flipV="1">
                <a:off x="9343451" y="2056690"/>
                <a:ext cx="0" cy="145542"/>
              </a:xfrm>
              <a:prstGeom prst="line">
                <a:avLst/>
              </a:prstGeom>
              <a:noFill/>
              <a:ln w="12700">
                <a:solidFill>
                  <a:srgbClr val="B48E04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cxnSp>
            <p:nvCxnSpPr>
              <p:cNvPr id="160" name="직선 화살표 연결선 159">
                <a:extLst>
                  <a:ext uri="{FF2B5EF4-FFF2-40B4-BE49-F238E27FC236}">
                    <a16:creationId xmlns:a16="http://schemas.microsoft.com/office/drawing/2014/main" id="{2C489E8A-FD51-8741-F55B-2080E2323345}"/>
                  </a:ext>
                </a:extLst>
              </p:cNvPr>
              <p:cNvCxnSpPr>
                <a:stCxn id="166" idx="2"/>
                <a:endCxn id="144" idx="0"/>
              </p:cNvCxnSpPr>
              <p:nvPr/>
            </p:nvCxnSpPr>
            <p:spPr>
              <a:xfrm flipH="1">
                <a:off x="9253989" y="2481261"/>
                <a:ext cx="864" cy="146404"/>
              </a:xfrm>
              <a:prstGeom prst="straightConnector1">
                <a:avLst/>
              </a:prstGeom>
              <a:ln w="12700" cap="sq">
                <a:solidFill>
                  <a:srgbClr val="B48E0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  <p:cxnSp>
            <p:nvCxnSpPr>
              <p:cNvPr id="161" name="직선 화살표 연결선 160">
                <a:extLst>
                  <a:ext uri="{FF2B5EF4-FFF2-40B4-BE49-F238E27FC236}">
                    <a16:creationId xmlns:a16="http://schemas.microsoft.com/office/drawing/2014/main" id="{8BC5F460-CBDC-F090-404D-A65208E56D8B}"/>
                  </a:ext>
                </a:extLst>
              </p:cNvPr>
              <p:cNvCxnSpPr>
                <a:cxnSpLocks/>
                <a:stCxn id="142" idx="2"/>
                <a:endCxn id="145" idx="0"/>
              </p:cNvCxnSpPr>
              <p:nvPr/>
            </p:nvCxnSpPr>
            <p:spPr>
              <a:xfrm>
                <a:off x="10115654" y="2481261"/>
                <a:ext cx="0" cy="146404"/>
              </a:xfrm>
              <a:prstGeom prst="straightConnector1">
                <a:avLst/>
              </a:prstGeom>
              <a:ln w="12700" cap="sq">
                <a:solidFill>
                  <a:srgbClr val="B48E0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  <p:cxnSp>
            <p:nvCxnSpPr>
              <p:cNvPr id="162" name="직선 화살표 연결선 161">
                <a:extLst>
                  <a:ext uri="{FF2B5EF4-FFF2-40B4-BE49-F238E27FC236}">
                    <a16:creationId xmlns:a16="http://schemas.microsoft.com/office/drawing/2014/main" id="{E84F1CAB-C4F2-D20C-2C58-F63A8C1BE9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37197" y="2481261"/>
                <a:ext cx="0" cy="146404"/>
              </a:xfrm>
              <a:prstGeom prst="straightConnector1">
                <a:avLst/>
              </a:prstGeom>
              <a:ln w="12700" cap="sq">
                <a:solidFill>
                  <a:srgbClr val="B48E0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  <p:cxnSp>
            <p:nvCxnSpPr>
              <p:cNvPr id="163" name="직선 화살표 연결선 162">
                <a:extLst>
                  <a:ext uri="{FF2B5EF4-FFF2-40B4-BE49-F238E27FC236}">
                    <a16:creationId xmlns:a16="http://schemas.microsoft.com/office/drawing/2014/main" id="{CE6FCB4E-7CBB-4F75-E9E9-0DC027D173EC}"/>
                  </a:ext>
                </a:extLst>
              </p:cNvPr>
              <p:cNvCxnSpPr>
                <a:cxnSpLocks/>
                <a:stCxn id="146" idx="2"/>
                <a:endCxn id="147" idx="0"/>
              </p:cNvCxnSpPr>
              <p:nvPr/>
            </p:nvCxnSpPr>
            <p:spPr>
              <a:xfrm>
                <a:off x="11129077" y="2876552"/>
                <a:ext cx="0" cy="146404"/>
              </a:xfrm>
              <a:prstGeom prst="straightConnector1">
                <a:avLst/>
              </a:prstGeom>
              <a:ln w="12700" cap="sq">
                <a:solidFill>
                  <a:srgbClr val="7F7F7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  <p:cxnSp>
            <p:nvCxnSpPr>
              <p:cNvPr id="164" name="직선 화살표 연결선 163">
                <a:extLst>
                  <a:ext uri="{FF2B5EF4-FFF2-40B4-BE49-F238E27FC236}">
                    <a16:creationId xmlns:a16="http://schemas.microsoft.com/office/drawing/2014/main" id="{6FF7A3A1-C32F-C35D-0B72-0951547F3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40276" y="2056690"/>
                <a:ext cx="1" cy="570975"/>
              </a:xfrm>
              <a:prstGeom prst="straightConnector1">
                <a:avLst/>
              </a:prstGeom>
              <a:ln w="12700" cap="sq">
                <a:solidFill>
                  <a:srgbClr val="7F7F7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  <p:sp>
            <p:nvSpPr>
              <p:cNvPr id="166" name="Shape 32">
                <a:extLst>
                  <a:ext uri="{FF2B5EF4-FFF2-40B4-BE49-F238E27FC236}">
                    <a16:creationId xmlns:a16="http://schemas.microsoft.com/office/drawing/2014/main" id="{F38ACC93-F794-589B-788C-75E50A39E250}"/>
                  </a:ext>
                </a:extLst>
              </p:cNvPr>
              <p:cNvSpPr/>
              <p:nvPr/>
            </p:nvSpPr>
            <p:spPr>
              <a:xfrm>
                <a:off x="9004653" y="2203094"/>
                <a:ext cx="500400" cy="278167"/>
              </a:xfrm>
              <a:prstGeom prst="roundRect">
                <a:avLst>
                  <a:gd name="adj" fmla="val 8421"/>
                </a:avLst>
              </a:prstGeom>
              <a:solidFill>
                <a:srgbClr val="FDF8E9"/>
              </a:solidFill>
              <a:ln w="15240">
                <a:solidFill>
                  <a:srgbClr val="B48E04"/>
                </a:solidFill>
                <a:prstDash val="solid"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srgbClr val="B48E04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  <p:sp>
            <p:nvSpPr>
              <p:cNvPr id="167" name="Shape 28">
                <a:extLst>
                  <a:ext uri="{FF2B5EF4-FFF2-40B4-BE49-F238E27FC236}">
                    <a16:creationId xmlns:a16="http://schemas.microsoft.com/office/drawing/2014/main" id="{49BE1571-B91F-0E24-8409-D22B510BA7D9}"/>
                  </a:ext>
                </a:extLst>
              </p:cNvPr>
              <p:cNvSpPr/>
              <p:nvPr/>
            </p:nvSpPr>
            <p:spPr>
              <a:xfrm>
                <a:off x="9004653" y="1793163"/>
                <a:ext cx="2374624" cy="263527"/>
              </a:xfrm>
              <a:prstGeom prst="roundRect">
                <a:avLst>
                  <a:gd name="adj" fmla="val 8889"/>
                </a:avLst>
              </a:prstGeom>
              <a:solidFill>
                <a:srgbClr val="FCEEEE"/>
              </a:solidFill>
              <a:ln w="34925">
                <a:solidFill>
                  <a:srgbClr val="A3202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srgbClr val="A3202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0225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0E8C1B0-3414-3DBF-E492-A4FA5FB77EA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84" imgH="486" progId="TCLayout.ActiveDocument.1">
                  <p:embed/>
                </p:oleObj>
              </mc:Choice>
              <mc:Fallback>
                <p:oleObj name="think-cell 슬라이드" r:id="rId3" imgW="484" imgH="48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E8C1B0-3414-3DBF-E492-A4FA5FB77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81808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STSLIDEVIEWED" val="2147476199,1,Project Line "/>
  <p:tag name="THINKCELLPRESENTATIONDONOTDELETE" val="&lt;?xml version=&quot;1.0&quot; encoding=&quot;UTF-16&quot; standalone=&quot;yes&quot;?&gt;&lt;root reqver=&quot;28224&quot;&gt;&lt;version val=&quot;3554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3&quot;&gt;&lt;elem m_fUsage=&quot;3.53231302823151294135E+00&quot;&gt;&lt;m_msothmcolidx val=&quot;0&quot;/&gt;&lt;m_rgb r=&quot;B3&quot; g=&quot;DC&quot; b=&quot;F9&quot;/&gt;&lt;/elem&gt;&lt;elem m_fUsage=&quot;1.04281059609000026356E+00&quot;&gt;&lt;m_msothmcolidx val=&quot;0&quot;/&gt;&lt;m_rgb r=&quot;CB&quot; g=&quot;DF&quot; b=&quot;F5&quot;/&gt;&lt;/elem&gt;&lt;elem m_fUsage=&quot;1.00000000000000000000E+00&quot;&gt;&lt;m_msothmcolidx val=&quot;0&quot;/&gt;&lt;m_rgb r=&quot;EF&quot; g=&quot;EF&quot; b=&quot;EF&quot;/&gt;&lt;/elem&gt;&lt;elem m_fUsage=&quot;9.00000000000000022204E-01&quot;&gt;&lt;m_msothmcolidx val=&quot;0&quot;/&gt;&lt;m_rgb r=&quot;F5&quot; g=&quot;F5&quot; b=&quot;F5&quot;/&gt;&lt;/elem&gt;&lt;elem m_fUsage=&quot;8.10000000000000053291E-01&quot;&gt;&lt;m_msothmcolidx val=&quot;0&quot;/&gt;&lt;m_rgb r=&quot;DF&quot; g=&quot;DF&quot; b=&quot;DF&quot;/&gt;&lt;/elem&gt;&lt;elem m_fUsage=&quot;5.80420737757250670974E-01&quot;&gt;&lt;m_msothmcolidx val=&quot;0&quot;/&gt;&lt;m_rgb r=&quot;EF&quot; g=&quot;5F&quot; b=&quot;37&quot;/&gt;&lt;/elem&gt;&lt;elem m_fUsage=&quot;5.00724842906438483148E-01&quot;&gt;&lt;m_msothmcolidx val=&quot;0&quot;/&gt;&lt;m_rgb r=&quot;1D&quot; g=&quot;6B&quot; b=&quot;B5&quot;/&gt;&lt;/elem&gt;&lt;elem m_fUsage=&quot;3.63853096316909430108E-01&quot;&gt;&lt;m_msothmcolidx val=&quot;0&quot;/&gt;&lt;m_rgb r=&quot;C2&quot; g=&quot;F2&quot; b=&quot;AA&quot;/&gt;&lt;/elem&gt;&lt;elem m_fUsage=&quot;2.82429536481000165171E-01&quot;&gt;&lt;m_msothmcolidx val=&quot;0&quot;/&gt;&lt;m_rgb r=&quot;3A&quot; g=&quot;89&quot; b=&quot;FF&quot;/&gt;&lt;/elem&gt;&lt;elem m_fUsage=&quot;2.38724016493524288096E-01&quot;&gt;&lt;m_msothmcolidx val=&quot;0&quot;/&gt;&lt;m_rgb r=&quot;4E&quot; g=&quot;B5&quot; b=&quot;23&quot;/&gt;&lt;/elem&gt;&lt;elem m_fUsage=&quot;1.85302018885184188735E-01&quot;&gt;&lt;m_msothmcolidx val=&quot;0&quot;/&gt;&lt;m_rgb r=&quot;92&quot; g=&quot;CB&quot; b=&quot;F6&quot;/&gt;&lt;/elem&gt;&lt;elem m_fUsage=&quot;1.21576654590569363523E-01&quot;&gt;&lt;m_msothmcolidx val=&quot;0&quot;/&gt;&lt;m_rgb r=&quot;D9&quot; g=&quot;D9&quot; b=&quot;D9&quot;/&gt;&lt;/elem&gt;&lt;elem m_fUsage=&quot;9.84770902183611934744E-02&quot;&gt;&lt;m_msothmcolidx val=&quot;0&quot;/&gt;&lt;m_rgb r=&quot;C4&quot; g=&quot;FC&quot; b=&quot;9F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k0ci6VzuXo8fidxgHWQ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AD" val="{@Subtitle}"/>
  <p:tag name="SMARTWRITE" val="{@Subtitle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wC Strategy">
  <a:themeElements>
    <a:clrScheme name="사용자 지정 2">
      <a:dk1>
        <a:srgbClr val="000000"/>
      </a:dk1>
      <a:lt1>
        <a:srgbClr val="FFFFFF"/>
      </a:lt1>
      <a:dk2>
        <a:srgbClr val="A32020"/>
      </a:dk2>
      <a:lt2>
        <a:srgbClr val="DEDEDE"/>
      </a:lt2>
      <a:accent1>
        <a:srgbClr val="A32020"/>
      </a:accent1>
      <a:accent2>
        <a:srgbClr val="DB536A"/>
      </a:accent2>
      <a:accent3>
        <a:srgbClr val="000000"/>
      </a:accent3>
      <a:accent4>
        <a:srgbClr val="464646"/>
      </a:accent4>
      <a:accent5>
        <a:srgbClr val="7D7D7D"/>
      </a:accent5>
      <a:accent6>
        <a:srgbClr val="DEDEDE"/>
      </a:accent6>
      <a:hlink>
        <a:srgbClr val="A32020"/>
      </a:hlink>
      <a:folHlink>
        <a:srgbClr val="A32020"/>
      </a:folHlink>
    </a:clrScheme>
    <a:fontScheme name="사용자 지정 3">
      <a:majorFont>
        <a:latin typeface="Noto Sans KR"/>
        <a:ea typeface="Noto Sans KR"/>
        <a:cs typeface=""/>
      </a:majorFont>
      <a:minorFont>
        <a:latin typeface="Noto Sans KR"/>
        <a:ea typeface="Noto Sans KR"/>
        <a:cs typeface=""/>
      </a:minorFont>
    </a:fontScheme>
    <a:fmtScheme name="PwC Strategy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rgbClr val="FFFF00"/>
        </a:solidFill>
        <a:ln>
          <a:noFill/>
        </a:ln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100000"/>
          </a:lnSpc>
          <a:defRPr>
            <a:solidFill>
              <a:sysClr val="windowText" lastClr="000000"/>
            </a:solidFill>
          </a:defRPr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 anchor="ctr">
        <a:spAutoFit/>
      </a:bodyPr>
      <a:lstStyle>
        <a:defPPr marL="92075" indent="-92075" algn="l">
          <a:lnSpc>
            <a:spcPct val="100000"/>
          </a:lnSpc>
          <a:spcAft>
            <a:spcPts val="600"/>
          </a:spcAft>
          <a:buSzPct val="100000"/>
          <a:buFont typeface="Arial"/>
          <a:buChar char="•"/>
          <a:defRPr dirty="0" err="1" smtClean="0"/>
        </a:defPPr>
      </a:lstStyle>
    </a:txDef>
  </a:objectDefaults>
  <a:extraClrSchemeLst/>
  <a:custClrLst>
    <a:custClr name="Dark Orange 2">
      <a:srgbClr val="571F01"/>
    </a:custClr>
    <a:custClr name="Dark Orange 1">
      <a:srgbClr val="933401"/>
    </a:custClr>
    <a:custClr name="Primary Orange">
      <a:srgbClr val="D04A02"/>
    </a:custClr>
    <a:custClr name="Light Orange 1">
      <a:srgbClr val="FD6412"/>
    </a:custClr>
    <a:custClr name="Light Orange 2">
      <a:srgbClr val="FEB791"/>
    </a:custClr>
    <a:custClr name="Dark Tangerine 2">
      <a:srgbClr val="714300"/>
    </a:custClr>
    <a:custClr name="Dark Tangerine 1">
      <a:srgbClr val="AE6800"/>
    </a:custClr>
    <a:custClr name="Primary Tangerine">
      <a:srgbClr val="EB8C00"/>
    </a:custClr>
    <a:custClr name="Light Tangerine 1">
      <a:srgbClr val="FFA929"/>
    </a:custClr>
    <a:custClr name="Light Tangerine 2">
      <a:srgbClr val="FFDCA9"/>
    </a:custClr>
    <a:custClr name="Dark Yellow 2">
      <a:srgbClr val="855F00"/>
    </a:custClr>
    <a:custClr name="Dark Yellow 1">
      <a:srgbClr val="C28A00"/>
    </a:custClr>
    <a:custClr name="Primary Yellow">
      <a:srgbClr val="FFB600"/>
    </a:custClr>
    <a:custClr name="Light Yellow 1">
      <a:srgbClr val="FFC83D"/>
    </a:custClr>
    <a:custClr name="Light Yellow 2">
      <a:srgbClr val="FFECBD"/>
    </a:custClr>
    <a:custClr name="Dark Rose 2">
      <a:srgbClr val="6E2A35"/>
    </a:custClr>
    <a:custClr name="Dark Rose 1">
      <a:srgbClr val="A43E50"/>
    </a:custClr>
    <a:custClr name="Primary Rose">
      <a:srgbClr val="DB536A"/>
    </a:custClr>
    <a:custClr name="Light Rose 1">
      <a:srgbClr val="E27588"/>
    </a:custClr>
    <a:custClr name="Light Rose 2">
      <a:srgbClr val="F1BAC3"/>
    </a:custClr>
    <a:custClr name="Dark Red 2">
      <a:srgbClr val="741910"/>
    </a:custClr>
    <a:custClr name="Dark Red 1">
      <a:srgbClr val="AA2417"/>
    </a:custClr>
    <a:custClr name="Primary Red">
      <a:srgbClr val="E0301E"/>
    </a:custClr>
    <a:custClr name="Light Red 1">
      <a:srgbClr val="E86153"/>
    </a:custClr>
    <a:custClr name="Light Red 2">
      <a:srgbClr val="F7C8C4"/>
    </a:custClr>
    <a:custClr name="Black">
      <a:srgbClr val="000000"/>
    </a:custClr>
    <a:custClr name="Dark Grey">
      <a:srgbClr val="2D2D2D"/>
    </a:custClr>
    <a:custClr name="Medium Grey">
      <a:srgbClr val="464646"/>
    </a:custClr>
    <a:custClr name="Grey">
      <a:srgbClr val="7D7D7D"/>
    </a:custClr>
    <a:custClr name="Light Grey">
      <a:srgbClr val="DEDEDE"/>
    </a:custClr>
    <a:custClr name="Dark Purple 2">
      <a:srgbClr val="4B06B2"/>
    </a:custClr>
    <a:custClr name="Dark Purple 1">
      <a:srgbClr val="6A1CE2"/>
    </a:custClr>
    <a:custClr name="Secondary Purple">
      <a:srgbClr val="9013FE"/>
    </a:custClr>
    <a:custClr name="Light Purple 1">
      <a:srgbClr val="B15AFE"/>
    </a:custClr>
    <a:custClr name="Light Purple 2">
      <a:srgbClr val="DEB8FF"/>
    </a:custClr>
    <a:custClr name="Dark Blue 2">
      <a:srgbClr val="003DAB"/>
    </a:custClr>
    <a:custClr name="Dark Blue 1">
      <a:srgbClr val="0060D7"/>
    </a:custClr>
    <a:custClr name="Secondary Blue">
      <a:srgbClr val="0089EB"/>
    </a:custClr>
    <a:custClr name="Light Blue 1">
      <a:srgbClr val="4DACF1"/>
    </a:custClr>
    <a:custClr name="Light Blue 2">
      <a:srgbClr val="B3DCF9"/>
    </a:custClr>
    <a:custClr name="Dark Green 2">
      <a:srgbClr val="175C2C"/>
    </a:custClr>
    <a:custClr name="Dark Green 1">
      <a:srgbClr val="2C8646"/>
    </a:custClr>
    <a:custClr name="Secondary Green">
      <a:srgbClr val="4EB523"/>
    </a:custClr>
    <a:custClr name="Light Green 1">
      <a:srgbClr val="86DB4F"/>
    </a:custClr>
    <a:custClr name="Light Green 2">
      <a:srgbClr val="C4FC9F"/>
    </a:custClr>
    <a:custClr name="Status Red">
      <a:srgbClr val="E0301E"/>
    </a:custClr>
    <a:custClr name="Status Yellow">
      <a:srgbClr val="FFB600"/>
    </a:custClr>
    <a:custClr name="Status Green">
      <a:srgbClr val="175C2C"/>
    </a:custClr>
    <a:custClr name="Strategy Burgundy">
      <a:srgbClr val="A32020"/>
    </a:custClr>
  </a:custClrLst>
  <a:extLst>
    <a:ext uri="{05A4C25C-085E-4340-85A3-A5531E510DB2}">
      <thm15:themeFamily xmlns:thm15="http://schemas.microsoft.com/office/thememl/2012/main" name="PwC Strategy&amp; 16x9 PowerPoint 16Dec2018" id="{D5177594-933C-40A7-865E-4EA1F23824C3}" vid="{6EAD0B3E-30EA-41C5-BD6D-B215512A320F}"/>
    </a:ext>
  </a:extLst>
</a:theme>
</file>

<file path=ppt/theme/theme2.xml><?xml version="1.0" encoding="utf-8"?>
<a:theme xmlns:a="http://schemas.openxmlformats.org/drawingml/2006/main" name="PwC Strategy">
  <a:themeElements>
    <a:clrScheme name="PwC Strategy Colors">
      <a:dk1>
        <a:srgbClr val="000000"/>
      </a:dk1>
      <a:lt1>
        <a:srgbClr val="FFFFFF"/>
      </a:lt1>
      <a:dk2>
        <a:srgbClr val="A32020"/>
      </a:dk2>
      <a:lt2>
        <a:srgbClr val="DEDEDE"/>
      </a:lt2>
      <a:accent1>
        <a:srgbClr val="A32020"/>
      </a:accent1>
      <a:accent2>
        <a:srgbClr val="D93954"/>
      </a:accent2>
      <a:accent3>
        <a:srgbClr val="000000"/>
      </a:accent3>
      <a:accent4>
        <a:srgbClr val="464646"/>
      </a:accent4>
      <a:accent5>
        <a:srgbClr val="7D7D7D"/>
      </a:accent5>
      <a:accent6>
        <a:srgbClr val="DEDEDE"/>
      </a:accent6>
      <a:hlink>
        <a:srgbClr val="A32020"/>
      </a:hlink>
      <a:folHlink>
        <a:srgbClr val="A3202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F5C3B95-58FF-4D40-A784-A4D577AFE1AF}">
  <we:reference id="wa200010001" version="1.0.0.0" store="en-US" storeType="OMEX"/>
  <we:alternateReferences>
    <we:reference id="WA200010001" version="1.0.0.0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9565B73EE65747B1D2747FA893BD4F" ma:contentTypeVersion="12" ma:contentTypeDescription="Create a new document." ma:contentTypeScope="" ma:versionID="96a37ac7a559c3fdc2378baff3df8138">
  <xsd:schema xmlns:xsd="http://www.w3.org/2001/XMLSchema" xmlns:xs="http://www.w3.org/2001/XMLSchema" xmlns:p="http://schemas.microsoft.com/office/2006/metadata/properties" xmlns:ns2="ee52c330-23e0-4e41-a10b-8d9941e16bf6" xmlns:ns3="5b39dc3e-4f8d-47b4-ad26-cf1e5ec5ef9b" targetNamespace="http://schemas.microsoft.com/office/2006/metadata/properties" ma:root="true" ma:fieldsID="71dd893af404632c5210b5363350c54d" ns2:_="" ns3:_="">
    <xsd:import namespace="ee52c330-23e0-4e41-a10b-8d9941e16bf6"/>
    <xsd:import namespace="5b39dc3e-4f8d-47b4-ad26-cf1e5ec5ef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52c330-23e0-4e41-a10b-8d9941e16b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39dc3e-4f8d-47b4-ad26-cf1e5ec5ef9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723c78a-0152-4dae-9313-c94de1ea60a7}" ma:internalName="TaxCatchAll" ma:showField="CatchAllData" ma:web="5b39dc3e-4f8d-47b4-ad26-cf1e5ec5ef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e52c330-23e0-4e41-a10b-8d9941e16bf6">
      <Terms xmlns="http://schemas.microsoft.com/office/infopath/2007/PartnerControls"/>
    </lcf76f155ced4ddcb4097134ff3c332f>
    <TaxCatchAll xmlns="5b39dc3e-4f8d-47b4-ad26-cf1e5ec5ef9b" xsi:nil="true"/>
  </documentManagement>
</p:properties>
</file>

<file path=customXml/itemProps1.xml><?xml version="1.0" encoding="utf-8"?>
<ds:datastoreItem xmlns:ds="http://schemas.openxmlformats.org/officeDocument/2006/customXml" ds:itemID="{BB261976-4F01-4F87-AE02-98724E773A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B0AF86-A1ED-44AC-99AC-EDDEC51EEA75}"/>
</file>

<file path=customXml/itemProps3.xml><?xml version="1.0" encoding="utf-8"?>
<ds:datastoreItem xmlns:ds="http://schemas.openxmlformats.org/officeDocument/2006/customXml" ds:itemID="{1CA3ECF2-4D57-4FC4-8D70-A8C06D4771F0}">
  <ds:schemaRefs>
    <ds:schemaRef ds:uri="5b39dc3e-4f8d-47b4-ad26-cf1e5ec5ef9b"/>
    <ds:schemaRef ds:uri="ee52c330-23e0-4e41-a10b-8d9941e16bf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261</Words>
  <Application>Microsoft Office PowerPoint</Application>
  <PresentationFormat>와이드스크린</PresentationFormat>
  <Paragraphs>111</Paragraphs>
  <Slides>5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Noto Sans KR</vt:lpstr>
      <vt:lpstr>나눔고딕</vt:lpstr>
      <vt:lpstr>Arial</vt:lpstr>
      <vt:lpstr>Noto Sans</vt:lpstr>
      <vt:lpstr>Wingdings</vt:lpstr>
      <vt:lpstr>PwC Strategy</vt:lpstr>
      <vt:lpstr>think-cell 슬라이드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version of the  title slide can be used  with a client logo</dc:title>
  <dc:creator>Jidong Kim</dc:creator>
  <cp:lastModifiedBy>Jonghwan Oh (KR - ADVS)</cp:lastModifiedBy>
  <cp:revision>1</cp:revision>
  <cp:lastPrinted>2024-09-12T02:21:34Z</cp:lastPrinted>
  <dcterms:modified xsi:type="dcterms:W3CDTF">2026-03-23T04:39:50Z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0x010100B79565B73EE65747B1D2747FA893BD4F</vt:lpwstr>
  </property>
  <property fmtid="{D5CDD505-2E9C-101B-9397-08002B2CF9AE}" pid="3" name="MediaServiceImageTags">
    <vt:lpwstr/>
  </property>
</Properties>
</file>